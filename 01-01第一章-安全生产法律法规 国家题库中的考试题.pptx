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2" r:id="rId3"/>
  </p:sldMasterIdLst>
  <p:notesMasterIdLst>
    <p:notesMasterId r:id="rId32"/>
  </p:notesMasterIdLst>
  <p:handoutMasterIdLst>
    <p:handoutMasterId r:id="rId33"/>
  </p:handoutMasterIdLst>
  <p:sldIdLst>
    <p:sldId id="3851" r:id="rId4"/>
    <p:sldId id="2711" r:id="rId5"/>
    <p:sldId id="2777" r:id="rId6"/>
    <p:sldId id="2869" r:id="rId7"/>
    <p:sldId id="2947" r:id="rId8"/>
    <p:sldId id="2948" r:id="rId9"/>
    <p:sldId id="2949" r:id="rId10"/>
    <p:sldId id="3013" r:id="rId11"/>
    <p:sldId id="3014" r:id="rId12"/>
    <p:sldId id="3067" r:id="rId13"/>
    <p:sldId id="3068" r:id="rId14"/>
    <p:sldId id="2712" r:id="rId15"/>
    <p:sldId id="3100" r:id="rId16"/>
    <p:sldId id="3101" r:id="rId17"/>
    <p:sldId id="3855" r:id="rId18"/>
    <p:sldId id="3069" r:id="rId19"/>
    <p:sldId id="3856" r:id="rId20"/>
    <p:sldId id="2778" r:id="rId21"/>
    <p:sldId id="2843" r:id="rId22"/>
    <p:sldId id="2844" r:id="rId23"/>
    <p:sldId id="2845" r:id="rId24"/>
    <p:sldId id="2866" r:id="rId25"/>
    <p:sldId id="2868" r:id="rId26"/>
    <p:sldId id="2867" r:id="rId27"/>
    <p:sldId id="3065" r:id="rId28"/>
    <p:sldId id="3066" r:id="rId29"/>
    <p:sldId id="2713" r:id="rId30"/>
    <p:sldId id="2470" r:id="rId31"/>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ina" initials="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0BB5"/>
    <a:srgbClr val="3A88CC"/>
    <a:srgbClr val="25C4E7"/>
    <a:srgbClr val="0D056A"/>
    <a:srgbClr val="FFC649"/>
    <a:srgbClr val="FCD84D"/>
    <a:srgbClr val="2D4858"/>
    <a:srgbClr val="28A3F7"/>
    <a:srgbClr val="356688"/>
    <a:srgbClr val="2D43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07" autoAdjust="0"/>
    <p:restoredTop sz="96201" autoAdjust="0"/>
  </p:normalViewPr>
  <p:slideViewPr>
    <p:cSldViewPr snapToGrid="0">
      <p:cViewPr varScale="1">
        <p:scale>
          <a:sx n="93" d="100"/>
          <a:sy n="93" d="100"/>
        </p:scale>
        <p:origin x="72" y="496"/>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75" d="100"/>
        <a:sy n="75" d="100"/>
      </p:scale>
      <p:origin x="0" y="-88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8" Type="http://schemas.openxmlformats.org/officeDocument/2006/relationships/tags" Target="tags/tag4.xml"/><Relationship Id="rId37" Type="http://schemas.openxmlformats.org/officeDocument/2006/relationships/commentAuthors" Target="commentAuthors.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handoutMaster" Target="handoutMasters/handoutMaster1.xml"/><Relationship Id="rId32" Type="http://schemas.openxmlformats.org/officeDocument/2006/relationships/notesMaster" Target="notesMasters/notesMaster1.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03697BA9-5A88-4C44-BE4A-A560F12FAF1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BF92E70-AE73-40A6-9B70-B8FB86EE3A3C}" type="slidenum">
              <a:rPr lang="zh-CN" altLang="en-US" smtClean="0"/>
            </a:fld>
            <a:endParaRPr lang="zh-CN" alt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fld id="{5CF9CA52-5A38-4748-9081-76CF5FF59746}" type="slidenum">
              <a:rPr lang="en-US" altLang="zh-CN"/>
            </a:fld>
            <a:endParaRPr lang="en-US" altLang="zh-CN"/>
          </a:p>
        </p:txBody>
      </p:sp>
      <p:cxnSp>
        <p:nvCxnSpPr>
          <p:cNvPr id="10" name="直接连接符 9"/>
          <p:cNvCxnSpPr/>
          <p:nvPr userDrawn="1"/>
        </p:nvCxnSpPr>
        <p:spPr>
          <a:xfrm>
            <a:off x="0" y="814161"/>
            <a:ext cx="12192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eaLnBrk="1" hangingPunct="1"/>
            <a:endParaRPr lang="zh-CN" altLang="en-US" dirty="0"/>
          </a:p>
        </p:txBody>
      </p:sp>
      <p:sp>
        <p:nvSpPr>
          <p:cNvPr id="5" name="页脚占位符 4"/>
          <p:cNvSpPr>
            <a:spLocks noGrp="1"/>
          </p:cNvSpPr>
          <p:nvPr>
            <p:ph type="ftr" sz="quarter" idx="11"/>
          </p:nvPr>
        </p:nvSpPr>
        <p:spPr/>
        <p:txBody>
          <a:bodyPr/>
          <a:lstStyle/>
          <a:p>
            <a:pPr lvl="0" eaLnBrk="1" hangingPunct="1"/>
            <a:endParaRPr lang="zh-CN" altLang="en-US" dirty="0"/>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5376672"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205728" y="1600200"/>
            <a:ext cx="5376672"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eaLnBrk="1" hangingPunct="1"/>
            <a:endParaRPr lang="zh-CN" altLang="en-US" dirty="0"/>
          </a:p>
        </p:txBody>
      </p:sp>
      <p:sp>
        <p:nvSpPr>
          <p:cNvPr id="6" name="页脚占位符 5"/>
          <p:cNvSpPr>
            <a:spLocks noGrp="1"/>
          </p:cNvSpPr>
          <p:nvPr>
            <p:ph type="ftr" sz="quarter" idx="11"/>
          </p:nvPr>
        </p:nvSpPr>
        <p:spPr/>
        <p:txBody>
          <a:bodyPr/>
          <a:lstStyle/>
          <a:p>
            <a:pPr lvl="0" eaLnBrk="1" hangingPunct="1"/>
            <a:endParaRPr lang="zh-CN" altLang="en-US" dirty="0"/>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5" y="2665379"/>
            <a:ext cx="4873575"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9"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eaLnBrk="1" hangingPunct="1"/>
            <a:endParaRPr lang="zh-CN" altLang="en-US" dirty="0"/>
          </a:p>
        </p:txBody>
      </p:sp>
      <p:sp>
        <p:nvSpPr>
          <p:cNvPr id="8" name="页脚占位符 7"/>
          <p:cNvSpPr>
            <a:spLocks noGrp="1"/>
          </p:cNvSpPr>
          <p:nvPr>
            <p:ph type="ftr" sz="quarter" idx="11"/>
          </p:nvPr>
        </p:nvSpPr>
        <p:spPr/>
        <p:txBody>
          <a:bodyPr/>
          <a:lstStyle/>
          <a:p>
            <a:pPr lvl="0" eaLnBrk="1" hangingPunct="1"/>
            <a:endParaRPr lang="zh-CN" altLang="en-US" dirty="0"/>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eaLnBrk="1" hangingPunct="1"/>
            <a:endParaRPr lang="zh-CN" altLang="en-US" dirty="0"/>
          </a:p>
        </p:txBody>
      </p:sp>
      <p:sp>
        <p:nvSpPr>
          <p:cNvPr id="4" name="页脚占位符 3"/>
          <p:cNvSpPr>
            <a:spLocks noGrp="1"/>
          </p:cNvSpPr>
          <p:nvPr>
            <p:ph type="ftr" sz="quarter" idx="11"/>
          </p:nvPr>
        </p:nvSpPr>
        <p:spPr/>
        <p:txBody>
          <a:bodyPr/>
          <a:lstStyle/>
          <a:p>
            <a:pPr lvl="0" eaLnBrk="1" hangingPunct="1"/>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eaLnBrk="1" hangingPunct="1"/>
            <a:endParaRPr lang="zh-CN" altLang="en-US" dirty="0"/>
          </a:p>
        </p:txBody>
      </p:sp>
      <p:sp>
        <p:nvSpPr>
          <p:cNvPr id="6" name="页脚占位符 5"/>
          <p:cNvSpPr>
            <a:spLocks noGrp="1"/>
          </p:cNvSpPr>
          <p:nvPr>
            <p:ph type="ftr" sz="quarter" idx="11"/>
          </p:nvPr>
        </p:nvSpPr>
        <p:spPr/>
        <p:txBody>
          <a:bodyPr/>
          <a:lstStyle/>
          <a:p>
            <a:pPr lvl="0" eaLnBrk="1" hangingPunct="1"/>
            <a:endParaRPr lang="zh-CN" altLang="en-US" dirty="0"/>
          </a:p>
        </p:txBody>
      </p:sp>
      <p:sp>
        <p:nvSpPr>
          <p:cNvPr id="7" name="灯片编号占位符 6"/>
          <p:cNvSpPr>
            <a:spLocks noGrp="1"/>
          </p:cNvSpPr>
          <p:nvPr>
            <p:ph type="sldNum" sz="quarter" idx="12"/>
          </p:nvPr>
        </p:nvSpPr>
        <p:spPr>
          <a:xfrm>
            <a:off x="8779510" y="6245225"/>
            <a:ext cx="2844800" cy="476250"/>
          </a:xfrm>
        </p:spPr>
        <p:txBody>
          <a:bodyPr/>
          <a:lstStyle/>
          <a:p>
            <a:pPr lvl="0" eaLnBrk="1" hangingPunct="1"/>
            <a:fld id="{9A0DB2DC-4C9A-4742-B13C-FB6460FD3503}" type="slidenum">
              <a:rPr lang="zh-CN" altLang="en-US" dirty="0"/>
            </a:fld>
            <a:endParaRPr lang="zh-CN" altLang="en-US" dirty="0"/>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eaLnBrk="1" hangingPunct="1"/>
            <a:endParaRPr lang="zh-CN" altLang="en-US" dirty="0"/>
          </a:p>
        </p:txBody>
      </p:sp>
      <p:sp>
        <p:nvSpPr>
          <p:cNvPr id="6" name="页脚占位符 5"/>
          <p:cNvSpPr>
            <a:spLocks noGrp="1"/>
          </p:cNvSpPr>
          <p:nvPr>
            <p:ph type="ftr" sz="quarter" idx="11"/>
          </p:nvPr>
        </p:nvSpPr>
        <p:spPr/>
        <p:txBody>
          <a:bodyPr/>
          <a:lstStyle/>
          <a:p>
            <a:pPr lvl="0" eaLnBrk="1" hangingPunct="1"/>
            <a:endParaRPr lang="zh-CN" altLang="en-US" dirty="0"/>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endParaRPr lang="zh-CN" altLang="en-US" dirty="0"/>
          </a:p>
        </p:txBody>
      </p:sp>
      <p:sp>
        <p:nvSpPr>
          <p:cNvPr id="5" name="页脚占位符 4"/>
          <p:cNvSpPr>
            <a:spLocks noGrp="1"/>
          </p:cNvSpPr>
          <p:nvPr>
            <p:ph type="ftr" sz="quarter" idx="11"/>
          </p:nvPr>
        </p:nvSpPr>
        <p:spPr/>
        <p:txBody>
          <a:bodyPr/>
          <a:lstStyle/>
          <a:p>
            <a:pPr lvl="0" eaLnBrk="1" hangingPunct="1"/>
            <a:endParaRPr lang="zh-CN" altLang="en-US" dirty="0"/>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endParaRPr lang="zh-CN" altLang="en-US" dirty="0"/>
          </a:p>
        </p:txBody>
      </p:sp>
      <p:sp>
        <p:nvSpPr>
          <p:cNvPr id="5" name="页脚占位符 4"/>
          <p:cNvSpPr>
            <a:spLocks noGrp="1"/>
          </p:cNvSpPr>
          <p:nvPr>
            <p:ph type="ftr" sz="quarter" idx="11"/>
          </p:nvPr>
        </p:nvSpPr>
        <p:spPr/>
        <p:txBody>
          <a:bodyPr/>
          <a:lstStyle/>
          <a:p>
            <a:pPr lvl="0" eaLnBrk="1" hangingPunct="1"/>
            <a:endParaRPr lang="zh-CN" altLang="en-US" dirty="0"/>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1" Type="http://schemas.openxmlformats.org/officeDocument/2006/relationships/theme" Target="../theme/theme2.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Rectangle 2"/>
          <p:cNvSpPr>
            <a:spLocks noGrp="1"/>
          </p:cNvSpPr>
          <p:nvPr>
            <p:ph type="title"/>
          </p:nvPr>
        </p:nvSpPr>
        <p:spPr>
          <a:xfrm>
            <a:off x="609600" y="274638"/>
            <a:ext cx="10972800" cy="1143000"/>
          </a:xfrm>
          <a:prstGeom prst="rect">
            <a:avLst/>
          </a:prstGeom>
          <a:noFill/>
          <a:ln w="9525">
            <a:noFill/>
          </a:ln>
        </p:spPr>
        <p:txBody>
          <a:bodyPr anchor="ctr"/>
          <a:p>
            <a:pPr lvl="0"/>
            <a:r>
              <a:rPr lang="zh-CN" altLang="en-US"/>
              <a:t>单击此处编辑母版标题样式</a:t>
            </a:r>
            <a:endParaRPr lang="zh-CN" altLang="en-US"/>
          </a:p>
        </p:txBody>
      </p:sp>
      <p:sp>
        <p:nvSpPr>
          <p:cNvPr id="1027" name="Rectangle 3"/>
          <p:cNvSpPr>
            <a:spLocks noGrp="1"/>
          </p:cNvSpPr>
          <p:nvPr>
            <p:ph type="body" idx="1"/>
          </p:nvPr>
        </p:nvSpPr>
        <p:spPr>
          <a:xfrm>
            <a:off x="609600" y="1600200"/>
            <a:ext cx="10972800" cy="4525963"/>
          </a:xfrm>
          <a:prstGeom prst="rect">
            <a:avLst/>
          </a:prstGeom>
          <a:noFill/>
          <a:ln w="9525">
            <a:noFill/>
          </a:ln>
        </p:spPr>
        <p:txBody>
          <a:bodyPr/>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pPr lvl="0" eaLnBrk="1" hangingPunct="1"/>
            <a:endParaRPr lang="zh-CN" altLang="en-US" dirty="0"/>
          </a:p>
        </p:txBody>
      </p:sp>
      <p:sp>
        <p:nvSpPr>
          <p:cNvPr id="1029" name="Rectangle 5"/>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pPr lvl="0" eaLnBrk="1" hangingPunct="1"/>
            <a:endParaRPr lang="zh-CN" altLang="en-US" dirty="0"/>
          </a:p>
        </p:txBody>
      </p:sp>
      <p:sp>
        <p:nvSpPr>
          <p:cNvPr id="1030" name="Rectangle 6"/>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pPr lvl="0" eaLnBrk="1" hangingPunct="1"/>
            <a:fld id="{9A0DB2DC-4C9A-4742-B13C-FB6460FD3503}" type="slidenum">
              <a:rPr lang="zh-CN" altLang="en-US" dirty="0"/>
            </a:fld>
            <a:endParaRPr lang="zh-CN" altLang="en-US" dirty="0"/>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 Box 18"/>
          <p:cNvSpPr txBox="1">
            <a:spLocks noChangeArrowheads="1"/>
          </p:cNvSpPr>
          <p:nvPr userDrawn="1"/>
        </p:nvSpPr>
        <p:spPr bwMode="auto">
          <a:xfrm>
            <a:off x="5087937" y="6447592"/>
            <a:ext cx="2016125" cy="276999"/>
          </a:xfrm>
          <a:prstGeom prst="rect">
            <a:avLst/>
          </a:prstGeom>
          <a:noFill/>
          <a:ln w="9525">
            <a:noFill/>
            <a:miter lim="800000"/>
          </a:ln>
          <a:effectLst/>
        </p:spPr>
        <p:txBody>
          <a:bodyPr>
            <a:spAutoFit/>
          </a:bodyPr>
          <a:p>
            <a:pPr algn="ctr" fontAlgn="auto">
              <a:spcBef>
                <a:spcPts val="0"/>
              </a:spcBef>
              <a:spcAft>
                <a:spcPts val="0"/>
              </a:spcAft>
              <a:defRPr/>
            </a:pPr>
            <a:r>
              <a:rPr lang="zh-CN" altLang="en-US" sz="1200" b="1" dirty="0">
                <a:solidFill>
                  <a:schemeClr val="bg1">
                    <a:lumMod val="50000"/>
                  </a:schemeClr>
                </a:solidFill>
                <a:latin typeface="微软雅黑" panose="020B0503020204020204" pitchFamily="34" charset="-122"/>
                <a:ea typeface="微软雅黑" panose="020B0503020204020204" pitchFamily="34" charset="-122"/>
              </a:rPr>
              <a:t>第 </a:t>
            </a:r>
            <a:fld id="{63578B82-A8F0-4953-A76F-8E30F73043FF}" type="slidenum">
              <a:rPr lang="zh-CN" altLang="en-US" sz="1200" b="1" dirty="0" smtClean="0">
                <a:solidFill>
                  <a:schemeClr val="bg1">
                    <a:lumMod val="50000"/>
                  </a:schemeClr>
                </a:solidFill>
                <a:latin typeface="微软雅黑" panose="020B0503020204020204" pitchFamily="34" charset="-122"/>
                <a:ea typeface="微软雅黑" panose="020B0503020204020204" pitchFamily="34" charset="-122"/>
              </a:rPr>
            </a:fld>
            <a:r>
              <a:rPr lang="zh-CN" altLang="en-US" sz="1200" b="1" dirty="0">
                <a:solidFill>
                  <a:schemeClr val="bg1">
                    <a:lumMod val="50000"/>
                  </a:schemeClr>
                </a:solidFill>
                <a:latin typeface="微软雅黑" panose="020B0503020204020204" pitchFamily="34" charset="-122"/>
                <a:ea typeface="微软雅黑" panose="020B0503020204020204" pitchFamily="34" charset="-122"/>
              </a:rPr>
              <a:t> 页</a:t>
            </a:r>
            <a:endParaRPr lang="zh-CN" altLang="en-US" sz="1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2" name="Text Box 18"/>
          <p:cNvSpPr txBox="1">
            <a:spLocks noChangeArrowheads="1"/>
          </p:cNvSpPr>
          <p:nvPr userDrawn="1"/>
        </p:nvSpPr>
        <p:spPr bwMode="auto">
          <a:xfrm>
            <a:off x="669925" y="6441558"/>
            <a:ext cx="2975257" cy="276999"/>
          </a:xfrm>
          <a:prstGeom prst="rect">
            <a:avLst/>
          </a:prstGeom>
          <a:noFill/>
          <a:ln w="9525">
            <a:noFill/>
            <a:miter lim="800000"/>
          </a:ln>
          <a:effectLst/>
        </p:spPr>
        <p:txBody>
          <a:bodyPr wrap="square">
            <a:spAutoFit/>
          </a:bodyPr>
          <a:p>
            <a:pPr fontAlgn="auto">
              <a:spcBef>
                <a:spcPct val="50000"/>
              </a:spcBef>
              <a:spcAft>
                <a:spcPts val="0"/>
              </a:spcAft>
              <a:defRPr/>
            </a:pPr>
            <a:fld id="{F425D83D-703A-432D-A96F-F8B504E419BC}" type="datetime2">
              <a:rPr lang="zh-CN" altLang="en-US" sz="1200" b="1">
                <a:solidFill>
                  <a:schemeClr val="bg1">
                    <a:lumMod val="50000"/>
                  </a:schemeClr>
                </a:solidFill>
                <a:latin typeface="微软雅黑" panose="020B0503020204020204" pitchFamily="34" charset="-122"/>
                <a:ea typeface="微软雅黑" panose="020B0503020204020204" pitchFamily="34" charset="-122"/>
              </a:rPr>
            </a:fld>
            <a:endParaRPr lang="zh-CN" altLang="en-US" sz="1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3" name="Text Box 18"/>
          <p:cNvSpPr txBox="1">
            <a:spLocks noChangeArrowheads="1"/>
          </p:cNvSpPr>
          <p:nvPr userDrawn="1"/>
        </p:nvSpPr>
        <p:spPr bwMode="auto">
          <a:xfrm>
            <a:off x="10083821" y="6441558"/>
            <a:ext cx="1436667" cy="275590"/>
          </a:xfrm>
          <a:prstGeom prst="rect">
            <a:avLst/>
          </a:prstGeom>
          <a:noFill/>
          <a:ln w="9525">
            <a:noFill/>
            <a:miter lim="800000"/>
          </a:ln>
          <a:effectLst/>
        </p:spPr>
        <p:txBody>
          <a:bodyPr wrap="square">
            <a:spAutoFit/>
          </a:bodyPr>
          <a:p>
            <a:pPr fontAlgn="auto">
              <a:spcBef>
                <a:spcPct val="50000"/>
              </a:spcBef>
              <a:spcAft>
                <a:spcPts val="0"/>
              </a:spcAft>
              <a:defRPr/>
            </a:pPr>
            <a:r>
              <a:rPr lang="zh-CN" altLang="en-US" sz="1200" b="1" dirty="0">
                <a:solidFill>
                  <a:schemeClr val="bg1">
                    <a:lumMod val="50000"/>
                  </a:schemeClr>
                </a:solidFill>
                <a:latin typeface="微软雅黑" panose="020B0503020204020204" pitchFamily="34" charset="-122"/>
                <a:ea typeface="微软雅黑" panose="020B0503020204020204" pitchFamily="34" charset="-122"/>
              </a:rPr>
              <a:t>安全生产法律法规</a:t>
            </a:r>
            <a:endParaRPr lang="zh-CN" altLang="en-US" sz="1200" b="1"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矩形 6"/>
          <p:cNvSpPr/>
          <p:nvPr>
            <p:custDataLst>
              <p:tags r:id="rId1"/>
            </p:custDataLst>
          </p:nvPr>
        </p:nvSpPr>
        <p:spPr>
          <a:xfrm>
            <a:off x="7556246" y="10160"/>
            <a:ext cx="4657344" cy="804672"/>
          </a:xfrm>
          <a:custGeom>
            <a:avLst/>
            <a:gdLst>
              <a:gd name="connsiteX0" fmla="*/ 0 w 5547360"/>
              <a:gd name="connsiteY0" fmla="*/ 0 h 743712"/>
              <a:gd name="connsiteX1" fmla="*/ 5547360 w 5547360"/>
              <a:gd name="connsiteY1" fmla="*/ 0 h 743712"/>
              <a:gd name="connsiteX2" fmla="*/ 5547360 w 5547360"/>
              <a:gd name="connsiteY2" fmla="*/ 743712 h 743712"/>
              <a:gd name="connsiteX3" fmla="*/ 0 w 5547360"/>
              <a:gd name="connsiteY3" fmla="*/ 743712 h 743712"/>
              <a:gd name="connsiteX4" fmla="*/ 0 w 5547360"/>
              <a:gd name="connsiteY4" fmla="*/ 0 h 743712"/>
              <a:gd name="connsiteX0-1" fmla="*/ 707136 w 6254496"/>
              <a:gd name="connsiteY0-2" fmla="*/ 0 h 743712"/>
              <a:gd name="connsiteX1-3" fmla="*/ 6254496 w 6254496"/>
              <a:gd name="connsiteY1-4" fmla="*/ 0 h 743712"/>
              <a:gd name="connsiteX2-5" fmla="*/ 6254496 w 6254496"/>
              <a:gd name="connsiteY2-6" fmla="*/ 743712 h 743712"/>
              <a:gd name="connsiteX3-7" fmla="*/ 0 w 6254496"/>
              <a:gd name="connsiteY3-8" fmla="*/ 743712 h 743712"/>
              <a:gd name="connsiteX4-9" fmla="*/ 707136 w 6254496"/>
              <a:gd name="connsiteY4-10" fmla="*/ 0 h 743712"/>
              <a:gd name="connsiteX0-11" fmla="*/ 1404118 w 6951478"/>
              <a:gd name="connsiteY0-12" fmla="*/ 0 h 755904"/>
              <a:gd name="connsiteX1-13" fmla="*/ 6951478 w 6951478"/>
              <a:gd name="connsiteY1-14" fmla="*/ 0 h 755904"/>
              <a:gd name="connsiteX2-15" fmla="*/ 6951478 w 6951478"/>
              <a:gd name="connsiteY2-16" fmla="*/ 743712 h 755904"/>
              <a:gd name="connsiteX3-17" fmla="*/ 0 w 6951478"/>
              <a:gd name="connsiteY3-18" fmla="*/ 755904 h 755904"/>
              <a:gd name="connsiteX4-19" fmla="*/ 1404118 w 6951478"/>
              <a:gd name="connsiteY4-20" fmla="*/ 0 h 755904"/>
              <a:gd name="connsiteX0-21" fmla="*/ 1367435 w 6951478"/>
              <a:gd name="connsiteY0-22" fmla="*/ 0 h 755904"/>
              <a:gd name="connsiteX1-23" fmla="*/ 6951478 w 6951478"/>
              <a:gd name="connsiteY1-24" fmla="*/ 0 h 755904"/>
              <a:gd name="connsiteX2-25" fmla="*/ 6951478 w 6951478"/>
              <a:gd name="connsiteY2-26" fmla="*/ 743712 h 755904"/>
              <a:gd name="connsiteX3-27" fmla="*/ 0 w 6951478"/>
              <a:gd name="connsiteY3-28" fmla="*/ 755904 h 755904"/>
              <a:gd name="connsiteX4-29" fmla="*/ 1367435 w 6951478"/>
              <a:gd name="connsiteY4-30" fmla="*/ 0 h 755904"/>
              <a:gd name="connsiteX0-31" fmla="*/ 1385777 w 6969820"/>
              <a:gd name="connsiteY0-32" fmla="*/ 0 h 755904"/>
              <a:gd name="connsiteX1-33" fmla="*/ 6969820 w 6969820"/>
              <a:gd name="connsiteY1-34" fmla="*/ 0 h 755904"/>
              <a:gd name="connsiteX2-35" fmla="*/ 6969820 w 6969820"/>
              <a:gd name="connsiteY2-36" fmla="*/ 743712 h 755904"/>
              <a:gd name="connsiteX3-37" fmla="*/ 0 w 6969820"/>
              <a:gd name="connsiteY3-38" fmla="*/ 755904 h 755904"/>
              <a:gd name="connsiteX4-39" fmla="*/ 1385777 w 6969820"/>
              <a:gd name="connsiteY4-40" fmla="*/ 0 h 755904"/>
              <a:gd name="connsiteX0-41" fmla="*/ 1422460 w 7006503"/>
              <a:gd name="connsiteY0-42" fmla="*/ 0 h 804672"/>
              <a:gd name="connsiteX1-43" fmla="*/ 7006503 w 7006503"/>
              <a:gd name="connsiteY1-44" fmla="*/ 0 h 804672"/>
              <a:gd name="connsiteX2-45" fmla="*/ 7006503 w 7006503"/>
              <a:gd name="connsiteY2-46" fmla="*/ 743712 h 804672"/>
              <a:gd name="connsiteX3-47" fmla="*/ 0 w 7006503"/>
              <a:gd name="connsiteY3-48" fmla="*/ 804672 h 804672"/>
              <a:gd name="connsiteX4-49" fmla="*/ 1422460 w 7006503"/>
              <a:gd name="connsiteY4-50" fmla="*/ 0 h 804672"/>
              <a:gd name="connsiteX0-51" fmla="*/ 1422460 w 7006503"/>
              <a:gd name="connsiteY0-52" fmla="*/ 0 h 804672"/>
              <a:gd name="connsiteX1-53" fmla="*/ 7006503 w 7006503"/>
              <a:gd name="connsiteY1-54" fmla="*/ 0 h 804672"/>
              <a:gd name="connsiteX2-55" fmla="*/ 6988161 w 7006503"/>
              <a:gd name="connsiteY2-56" fmla="*/ 792480 h 804672"/>
              <a:gd name="connsiteX3-57" fmla="*/ 0 w 7006503"/>
              <a:gd name="connsiteY3-58" fmla="*/ 804672 h 804672"/>
              <a:gd name="connsiteX4-59" fmla="*/ 1422460 w 7006503"/>
              <a:gd name="connsiteY4-60" fmla="*/ 0 h 804672"/>
              <a:gd name="connsiteX0-61" fmla="*/ 1316642 w 7006503"/>
              <a:gd name="connsiteY0-62" fmla="*/ 0 h 804672"/>
              <a:gd name="connsiteX1-63" fmla="*/ 7006503 w 7006503"/>
              <a:gd name="connsiteY1-64" fmla="*/ 0 h 804672"/>
              <a:gd name="connsiteX2-65" fmla="*/ 6988161 w 7006503"/>
              <a:gd name="connsiteY2-66" fmla="*/ 792480 h 804672"/>
              <a:gd name="connsiteX3-67" fmla="*/ 0 w 7006503"/>
              <a:gd name="connsiteY3-68" fmla="*/ 804672 h 804672"/>
              <a:gd name="connsiteX4-69" fmla="*/ 1316642 w 7006503"/>
              <a:gd name="connsiteY4-70" fmla="*/ 0 h 80467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006503" h="804672">
                <a:moveTo>
                  <a:pt x="1316642" y="0"/>
                </a:moveTo>
                <a:lnTo>
                  <a:pt x="7006503" y="0"/>
                </a:lnTo>
                <a:lnTo>
                  <a:pt x="6988161" y="792480"/>
                </a:lnTo>
                <a:lnTo>
                  <a:pt x="0" y="804672"/>
                </a:lnTo>
                <a:lnTo>
                  <a:pt x="1316642" y="0"/>
                </a:lnTo>
                <a:close/>
              </a:path>
            </a:pathLst>
          </a:custGeom>
          <a:gradFill>
            <a:gsLst>
              <a:gs pos="0">
                <a:srgbClr val="23607C"/>
              </a:gs>
              <a:gs pos="100000">
                <a:srgbClr val="0C364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PA-文本框 7"/>
          <p:cNvSpPr txBox="1"/>
          <p:nvPr>
            <p:custDataLst>
              <p:tags r:id="rId2"/>
            </p:custDataLst>
          </p:nvPr>
        </p:nvSpPr>
        <p:spPr>
          <a:xfrm>
            <a:off x="458470" y="2613025"/>
            <a:ext cx="10872470" cy="1488440"/>
          </a:xfrm>
          <a:prstGeom prst="rect">
            <a:avLst/>
          </a:prstGeom>
          <a:noFill/>
        </p:spPr>
        <p:txBody>
          <a:bodyPr wrap="square" rtlCol="0">
            <a:noAutofit/>
          </a:bodyPr>
          <a:lstStyle/>
          <a:p>
            <a:pPr algn="ctr" fontAlgn="auto"/>
            <a:r>
              <a:rPr lang="zh-CN" altLang="en-US" sz="6000" b="1" dirty="0" smtClean="0">
                <a:solidFill>
                  <a:schemeClr val="tx1"/>
                </a:solidFill>
                <a:latin typeface="微软雅黑" panose="020B0503020204020204" pitchFamily="34" charset="-122"/>
                <a:ea typeface="微软雅黑" panose="020B0503020204020204" pitchFamily="34" charset="-122"/>
                <a:cs typeface="经典综艺体简" panose="02010609000101010101" pitchFamily="49" charset="-122"/>
                <a:sym typeface="+mn-ea"/>
              </a:rPr>
              <a:t>安全生产法律法规国家题库考题</a:t>
            </a:r>
            <a:endParaRPr lang="zh-CN" altLang="en-US" sz="6000" b="1" dirty="0" smtClean="0">
              <a:solidFill>
                <a:schemeClr val="tx1"/>
              </a:solidFill>
              <a:latin typeface="微软雅黑" panose="020B0503020204020204" pitchFamily="34" charset="-122"/>
              <a:ea typeface="微软雅黑" panose="020B0503020204020204" pitchFamily="34" charset="-122"/>
              <a:cs typeface="经典综艺体简" panose="02010609000101010101" pitchFamily="49" charset="-122"/>
              <a:sym typeface="+mn-ea"/>
            </a:endParaRPr>
          </a:p>
        </p:txBody>
      </p:sp>
      <p:sp>
        <p:nvSpPr>
          <p:cNvPr id="9" name="PA-矩形 8"/>
          <p:cNvSpPr/>
          <p:nvPr>
            <p:custDataLst>
              <p:tags r:id="rId3"/>
            </p:custDataLst>
          </p:nvPr>
        </p:nvSpPr>
        <p:spPr>
          <a:xfrm>
            <a:off x="0" y="5580380"/>
            <a:ext cx="6259830" cy="1277620"/>
          </a:xfrm>
          <a:custGeom>
            <a:avLst/>
            <a:gdLst>
              <a:gd name="connsiteX0" fmla="*/ 0 w 6260123"/>
              <a:gd name="connsiteY0" fmla="*/ 0 h 1892105"/>
              <a:gd name="connsiteX1" fmla="*/ 6260123 w 6260123"/>
              <a:gd name="connsiteY1" fmla="*/ 0 h 1892105"/>
              <a:gd name="connsiteX2" fmla="*/ 6260123 w 6260123"/>
              <a:gd name="connsiteY2" fmla="*/ 1892105 h 1892105"/>
              <a:gd name="connsiteX3" fmla="*/ 0 w 6260123"/>
              <a:gd name="connsiteY3" fmla="*/ 1892105 h 1892105"/>
              <a:gd name="connsiteX4" fmla="*/ 0 w 6260123"/>
              <a:gd name="connsiteY4" fmla="*/ 0 h 1892105"/>
              <a:gd name="connsiteX0-1" fmla="*/ 0 w 6260123"/>
              <a:gd name="connsiteY0-2" fmla="*/ 14068 h 1906173"/>
              <a:gd name="connsiteX1-3" fmla="*/ 5106573 w 6260123"/>
              <a:gd name="connsiteY1-4" fmla="*/ 0 h 1906173"/>
              <a:gd name="connsiteX2-5" fmla="*/ 6260123 w 6260123"/>
              <a:gd name="connsiteY2-6" fmla="*/ 1906173 h 1906173"/>
              <a:gd name="connsiteX3-7" fmla="*/ 0 w 6260123"/>
              <a:gd name="connsiteY3-8" fmla="*/ 1906173 h 1906173"/>
              <a:gd name="connsiteX4-9" fmla="*/ 0 w 6260123"/>
              <a:gd name="connsiteY4-10" fmla="*/ 14068 h 190617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260123" h="1906173">
                <a:moveTo>
                  <a:pt x="0" y="14068"/>
                </a:moveTo>
                <a:lnTo>
                  <a:pt x="5106573" y="0"/>
                </a:lnTo>
                <a:lnTo>
                  <a:pt x="6260123" y="1906173"/>
                </a:lnTo>
                <a:lnTo>
                  <a:pt x="0" y="1906173"/>
                </a:lnTo>
                <a:lnTo>
                  <a:pt x="0" y="14068"/>
                </a:lnTo>
                <a:close/>
              </a:path>
            </a:pathLst>
          </a:custGeom>
          <a:gradFill flip="none">
            <a:gsLst>
              <a:gs pos="0">
                <a:srgbClr val="23607C"/>
              </a:gs>
              <a:gs pos="100000">
                <a:srgbClr val="0C364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KSO_Shape"/>
          <p:cNvSpPr/>
          <p:nvPr/>
        </p:nvSpPr>
        <p:spPr bwMode="auto">
          <a:xfrm flipH="1">
            <a:off x="11330940" y="5997575"/>
            <a:ext cx="817880" cy="748665"/>
          </a:xfrm>
          <a:custGeom>
            <a:avLst/>
            <a:gdLst>
              <a:gd name="T0" fmla="*/ 354414 w 2295525"/>
              <a:gd name="T1" fmla="*/ 1437494 h 1735138"/>
              <a:gd name="T2" fmla="*/ 223983 w 2295525"/>
              <a:gd name="T3" fmla="*/ 1389407 h 1735138"/>
              <a:gd name="T4" fmla="*/ 200120 w 2295525"/>
              <a:gd name="T5" fmla="*/ 1433678 h 1735138"/>
              <a:gd name="T6" fmla="*/ 1871799 w 2295525"/>
              <a:gd name="T7" fmla="*/ 1202082 h 1735138"/>
              <a:gd name="T8" fmla="*/ 1862595 w 2295525"/>
              <a:gd name="T9" fmla="*/ 1430571 h 1735138"/>
              <a:gd name="T10" fmla="*/ 1585813 w 2295525"/>
              <a:gd name="T11" fmla="*/ 1207999 h 1735138"/>
              <a:gd name="T12" fmla="*/ 1490656 w 2295525"/>
              <a:gd name="T13" fmla="*/ 1402297 h 1735138"/>
              <a:gd name="T14" fmla="*/ 1152749 w 2295525"/>
              <a:gd name="T15" fmla="*/ 1383558 h 1735138"/>
              <a:gd name="T16" fmla="*/ 1090837 w 2295525"/>
              <a:gd name="T17" fmla="*/ 1220821 h 1735138"/>
              <a:gd name="T18" fmla="*/ 783516 w 2295525"/>
              <a:gd name="T19" fmla="*/ 1424982 h 1735138"/>
              <a:gd name="T20" fmla="*/ 1483025 w 2295525"/>
              <a:gd name="T21" fmla="*/ 1122300 h 1735138"/>
              <a:gd name="T22" fmla="*/ 1518730 w 2295525"/>
              <a:gd name="T23" fmla="*/ 1215802 h 1735138"/>
              <a:gd name="T24" fmla="*/ 1183050 w 2295525"/>
              <a:gd name="T25" fmla="*/ 1170419 h 1735138"/>
              <a:gd name="T26" fmla="*/ 1093135 w 2295525"/>
              <a:gd name="T27" fmla="*/ 1129269 h 1735138"/>
              <a:gd name="T28" fmla="*/ 556942 w 2295525"/>
              <a:gd name="T29" fmla="*/ 1349470 h 1735138"/>
              <a:gd name="T30" fmla="*/ 575056 w 2295525"/>
              <a:gd name="T31" fmla="*/ 1122300 h 1735138"/>
              <a:gd name="T32" fmla="*/ 1862842 w 2295525"/>
              <a:gd name="T33" fmla="*/ 1073163 h 1735138"/>
              <a:gd name="T34" fmla="*/ 1818708 w 2295525"/>
              <a:gd name="T35" fmla="*/ 1141187 h 1735138"/>
              <a:gd name="T36" fmla="*/ 1616812 w 2295525"/>
              <a:gd name="T37" fmla="*/ 1141187 h 1735138"/>
              <a:gd name="T38" fmla="*/ 1710350 w 2295525"/>
              <a:gd name="T39" fmla="*/ 973592 h 1735138"/>
              <a:gd name="T40" fmla="*/ 1049969 w 2295525"/>
              <a:gd name="T41" fmla="*/ 1053775 h 1735138"/>
              <a:gd name="T42" fmla="*/ 1014682 w 2295525"/>
              <a:gd name="T43" fmla="*/ 1139873 h 1735138"/>
              <a:gd name="T44" fmla="*/ 810877 w 2295525"/>
              <a:gd name="T45" fmla="*/ 1148088 h 1735138"/>
              <a:gd name="T46" fmla="*/ 894641 w 2295525"/>
              <a:gd name="T47" fmla="*/ 977206 h 1735138"/>
              <a:gd name="T48" fmla="*/ 1442943 w 2295525"/>
              <a:gd name="T49" fmla="*/ 1075103 h 1735138"/>
              <a:gd name="T50" fmla="*/ 1436373 w 2295525"/>
              <a:gd name="T51" fmla="*/ 1150050 h 1735138"/>
              <a:gd name="T52" fmla="*/ 1208721 w 2295525"/>
              <a:gd name="T53" fmla="*/ 1078390 h 1735138"/>
              <a:gd name="T54" fmla="*/ 1323368 w 2295525"/>
              <a:gd name="T55" fmla="*/ 948876 h 1735138"/>
              <a:gd name="T56" fmla="*/ 1621695 w 2295525"/>
              <a:gd name="T57" fmla="*/ 933562 h 1735138"/>
              <a:gd name="T58" fmla="*/ 1479674 w 2295525"/>
              <a:gd name="T59" fmla="*/ 1082709 h 1735138"/>
              <a:gd name="T60" fmla="*/ 1414939 w 2295525"/>
              <a:gd name="T61" fmla="*/ 921326 h 1735138"/>
              <a:gd name="T62" fmla="*/ 734217 w 2295525"/>
              <a:gd name="T63" fmla="*/ 885923 h 1735138"/>
              <a:gd name="T64" fmla="*/ 821379 w 2295525"/>
              <a:gd name="T65" fmla="*/ 995880 h 1735138"/>
              <a:gd name="T66" fmla="*/ 569798 w 2295525"/>
              <a:gd name="T67" fmla="*/ 1011399 h 1735138"/>
              <a:gd name="T68" fmla="*/ 708465 w 2295525"/>
              <a:gd name="T69" fmla="*/ 874696 h 1735138"/>
              <a:gd name="T70" fmla="*/ 1179427 w 2295525"/>
              <a:gd name="T71" fmla="*/ 987627 h 1735138"/>
              <a:gd name="T72" fmla="*/ 1053942 w 2295525"/>
              <a:gd name="T73" fmla="*/ 998854 h 1735138"/>
              <a:gd name="T74" fmla="*/ 1081279 w 2295525"/>
              <a:gd name="T75" fmla="*/ 872390 h 1735138"/>
              <a:gd name="T76" fmla="*/ 630962 w 2295525"/>
              <a:gd name="T77" fmla="*/ 582190 h 1735138"/>
              <a:gd name="T78" fmla="*/ 650134 w 2295525"/>
              <a:gd name="T79" fmla="*/ 606180 h 1735138"/>
              <a:gd name="T80" fmla="*/ 568156 w 2295525"/>
              <a:gd name="T81" fmla="*/ 576931 h 1735138"/>
              <a:gd name="T82" fmla="*/ 423066 w 2295525"/>
              <a:gd name="T83" fmla="*/ 442769 h 1735138"/>
              <a:gd name="T84" fmla="*/ 467582 w 2295525"/>
              <a:gd name="T85" fmla="*/ 701168 h 1735138"/>
              <a:gd name="T86" fmla="*/ 431639 w 2295525"/>
              <a:gd name="T87" fmla="*/ 840254 h 1735138"/>
              <a:gd name="T88" fmla="*/ 233461 w 2295525"/>
              <a:gd name="T89" fmla="*/ 1059432 h 1735138"/>
              <a:gd name="T90" fmla="*/ 24401 w 2295525"/>
              <a:gd name="T91" fmla="*/ 753902 h 1735138"/>
              <a:gd name="T92" fmla="*/ 24071 w 2295525"/>
              <a:gd name="T93" fmla="*/ 496162 h 1735138"/>
              <a:gd name="T94" fmla="*/ 271712 w 2295525"/>
              <a:gd name="T95" fmla="*/ 589107 h 1735138"/>
              <a:gd name="T96" fmla="*/ 114945 w 2295525"/>
              <a:gd name="T97" fmla="*/ 167158 h 1735138"/>
              <a:gd name="T98" fmla="*/ 805855 w 2295525"/>
              <a:gd name="T99" fmla="*/ 635663 h 1735138"/>
              <a:gd name="T100" fmla="*/ 259204 w 2295525"/>
              <a:gd name="T101" fmla="*/ 33300 h 1735138"/>
              <a:gd name="T102" fmla="*/ 328699 w 2295525"/>
              <a:gd name="T103" fmla="*/ 129902 h 1735138"/>
              <a:gd name="T104" fmla="*/ 367892 w 2295525"/>
              <a:gd name="T105" fmla="*/ 169466 h 1735138"/>
              <a:gd name="T106" fmla="*/ 336932 w 2295525"/>
              <a:gd name="T107" fmla="*/ 328712 h 1735138"/>
              <a:gd name="T108" fmla="*/ 211447 w 2295525"/>
              <a:gd name="T109" fmla="*/ 381464 h 1735138"/>
              <a:gd name="T110" fmla="*/ 106711 w 2295525"/>
              <a:gd name="T111" fmla="*/ 261452 h 1735138"/>
              <a:gd name="T112" fmla="*/ 105065 w 2295525"/>
              <a:gd name="T113" fmla="*/ 98581 h 1735138"/>
              <a:gd name="T114" fmla="*/ 1739362 w 2295525"/>
              <a:gd name="T115" fmla="*/ 11210 h 1735138"/>
              <a:gd name="T116" fmla="*/ 1780178 w 2295525"/>
              <a:gd name="T117" fmla="*/ 665335 h 1735138"/>
              <a:gd name="T118" fmla="*/ 801905 w 2295525"/>
              <a:gd name="T119" fmla="*/ 719736 h 1735138"/>
              <a:gd name="T120" fmla="*/ 728501 w 2295525"/>
              <a:gd name="T121" fmla="*/ 578954 h 1735138"/>
              <a:gd name="T122" fmla="*/ 797296 w 2295525"/>
              <a:gd name="T123" fmla="*/ 2967 h 173513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295525" h="1735138">
                <a:moveTo>
                  <a:pt x="350837" y="1671638"/>
                </a:moveTo>
                <a:lnTo>
                  <a:pt x="438244" y="1671638"/>
                </a:lnTo>
                <a:lnTo>
                  <a:pt x="442634" y="1674019"/>
                </a:lnTo>
                <a:lnTo>
                  <a:pt x="452213" y="1680766"/>
                </a:lnTo>
                <a:lnTo>
                  <a:pt x="458599" y="1685132"/>
                </a:lnTo>
                <a:lnTo>
                  <a:pt x="465384" y="1690291"/>
                </a:lnTo>
                <a:lnTo>
                  <a:pt x="472169" y="1695847"/>
                </a:lnTo>
                <a:lnTo>
                  <a:pt x="478156" y="1701404"/>
                </a:lnTo>
                <a:lnTo>
                  <a:pt x="483743" y="1706960"/>
                </a:lnTo>
                <a:lnTo>
                  <a:pt x="488533" y="1712913"/>
                </a:lnTo>
                <a:lnTo>
                  <a:pt x="490129" y="1715691"/>
                </a:lnTo>
                <a:lnTo>
                  <a:pt x="490928" y="1718072"/>
                </a:lnTo>
                <a:lnTo>
                  <a:pt x="491726" y="1720454"/>
                </a:lnTo>
                <a:lnTo>
                  <a:pt x="492125" y="1723232"/>
                </a:lnTo>
                <a:lnTo>
                  <a:pt x="491726" y="1725216"/>
                </a:lnTo>
                <a:lnTo>
                  <a:pt x="490928" y="1727201"/>
                </a:lnTo>
                <a:lnTo>
                  <a:pt x="489331" y="1729582"/>
                </a:lnTo>
                <a:lnTo>
                  <a:pt x="486537" y="1730772"/>
                </a:lnTo>
                <a:lnTo>
                  <a:pt x="483743" y="1732360"/>
                </a:lnTo>
                <a:lnTo>
                  <a:pt x="479752" y="1733551"/>
                </a:lnTo>
                <a:lnTo>
                  <a:pt x="475362" y="1734344"/>
                </a:lnTo>
                <a:lnTo>
                  <a:pt x="469774" y="1734741"/>
                </a:lnTo>
                <a:lnTo>
                  <a:pt x="462590" y="1735138"/>
                </a:lnTo>
                <a:lnTo>
                  <a:pt x="455805" y="1735138"/>
                </a:lnTo>
                <a:lnTo>
                  <a:pt x="449419" y="1734741"/>
                </a:lnTo>
                <a:lnTo>
                  <a:pt x="443432" y="1733947"/>
                </a:lnTo>
                <a:lnTo>
                  <a:pt x="437446" y="1733154"/>
                </a:lnTo>
                <a:lnTo>
                  <a:pt x="431858" y="1731566"/>
                </a:lnTo>
                <a:lnTo>
                  <a:pt x="427069" y="1730376"/>
                </a:lnTo>
                <a:lnTo>
                  <a:pt x="421481" y="1727994"/>
                </a:lnTo>
                <a:lnTo>
                  <a:pt x="416691" y="1726010"/>
                </a:lnTo>
                <a:lnTo>
                  <a:pt x="411902" y="1724026"/>
                </a:lnTo>
                <a:lnTo>
                  <a:pt x="402722" y="1718866"/>
                </a:lnTo>
                <a:lnTo>
                  <a:pt x="394341" y="1712913"/>
                </a:lnTo>
                <a:lnTo>
                  <a:pt x="385560" y="1706960"/>
                </a:lnTo>
                <a:lnTo>
                  <a:pt x="381968" y="1704579"/>
                </a:lnTo>
                <a:lnTo>
                  <a:pt x="379573" y="1703785"/>
                </a:lnTo>
                <a:lnTo>
                  <a:pt x="377578" y="1703785"/>
                </a:lnTo>
                <a:lnTo>
                  <a:pt x="376780" y="1704182"/>
                </a:lnTo>
                <a:lnTo>
                  <a:pt x="376380" y="1705372"/>
                </a:lnTo>
                <a:lnTo>
                  <a:pt x="375582" y="1706563"/>
                </a:lnTo>
                <a:lnTo>
                  <a:pt x="375183" y="1707357"/>
                </a:lnTo>
                <a:lnTo>
                  <a:pt x="373986" y="1707754"/>
                </a:lnTo>
                <a:lnTo>
                  <a:pt x="364008" y="1707357"/>
                </a:lnTo>
                <a:lnTo>
                  <a:pt x="358420" y="1706563"/>
                </a:lnTo>
                <a:lnTo>
                  <a:pt x="356425" y="1706166"/>
                </a:lnTo>
                <a:lnTo>
                  <a:pt x="355227" y="1705769"/>
                </a:lnTo>
                <a:lnTo>
                  <a:pt x="353232" y="1697435"/>
                </a:lnTo>
                <a:lnTo>
                  <a:pt x="352433" y="1690688"/>
                </a:lnTo>
                <a:lnTo>
                  <a:pt x="351635" y="1685132"/>
                </a:lnTo>
                <a:lnTo>
                  <a:pt x="351236" y="1680766"/>
                </a:lnTo>
                <a:lnTo>
                  <a:pt x="351635" y="1677988"/>
                </a:lnTo>
                <a:lnTo>
                  <a:pt x="351635" y="1676004"/>
                </a:lnTo>
                <a:lnTo>
                  <a:pt x="352433" y="1674019"/>
                </a:lnTo>
                <a:lnTo>
                  <a:pt x="350837" y="1671638"/>
                </a:lnTo>
                <a:close/>
                <a:moveTo>
                  <a:pt x="168275" y="1670050"/>
                </a:moveTo>
                <a:lnTo>
                  <a:pt x="265566" y="1670050"/>
                </a:lnTo>
                <a:lnTo>
                  <a:pt x="269899" y="1672491"/>
                </a:lnTo>
                <a:lnTo>
                  <a:pt x="281322" y="1679406"/>
                </a:lnTo>
                <a:lnTo>
                  <a:pt x="288018" y="1683881"/>
                </a:lnTo>
                <a:lnTo>
                  <a:pt x="295502" y="1689170"/>
                </a:lnTo>
                <a:lnTo>
                  <a:pt x="302986" y="1694458"/>
                </a:lnTo>
                <a:lnTo>
                  <a:pt x="309682" y="1700560"/>
                </a:lnTo>
                <a:lnTo>
                  <a:pt x="315984" y="1706255"/>
                </a:lnTo>
                <a:lnTo>
                  <a:pt x="318742" y="1709510"/>
                </a:lnTo>
                <a:lnTo>
                  <a:pt x="321105" y="1711950"/>
                </a:lnTo>
                <a:lnTo>
                  <a:pt x="322681" y="1714798"/>
                </a:lnTo>
                <a:lnTo>
                  <a:pt x="323862" y="1717646"/>
                </a:lnTo>
                <a:lnTo>
                  <a:pt x="325044" y="1720086"/>
                </a:lnTo>
                <a:lnTo>
                  <a:pt x="325438" y="1722934"/>
                </a:lnTo>
                <a:lnTo>
                  <a:pt x="325044" y="1724968"/>
                </a:lnTo>
                <a:lnTo>
                  <a:pt x="323862" y="1727002"/>
                </a:lnTo>
                <a:lnTo>
                  <a:pt x="321893" y="1728629"/>
                </a:lnTo>
                <a:lnTo>
                  <a:pt x="319529" y="1730663"/>
                </a:lnTo>
                <a:lnTo>
                  <a:pt x="315984" y="1732290"/>
                </a:lnTo>
                <a:lnTo>
                  <a:pt x="312046" y="1733104"/>
                </a:lnTo>
                <a:lnTo>
                  <a:pt x="306531" y="1734324"/>
                </a:lnTo>
                <a:lnTo>
                  <a:pt x="300229" y="1734731"/>
                </a:lnTo>
                <a:lnTo>
                  <a:pt x="292351" y="1735138"/>
                </a:lnTo>
                <a:lnTo>
                  <a:pt x="285261" y="1735138"/>
                </a:lnTo>
                <a:lnTo>
                  <a:pt x="278171" y="1734731"/>
                </a:lnTo>
                <a:lnTo>
                  <a:pt x="271475" y="1733918"/>
                </a:lnTo>
                <a:lnTo>
                  <a:pt x="264778" y="1732697"/>
                </a:lnTo>
                <a:lnTo>
                  <a:pt x="258476" y="1731477"/>
                </a:lnTo>
                <a:lnTo>
                  <a:pt x="252568" y="1729850"/>
                </a:lnTo>
                <a:lnTo>
                  <a:pt x="247053" y="1727816"/>
                </a:lnTo>
                <a:lnTo>
                  <a:pt x="241145" y="1725782"/>
                </a:lnTo>
                <a:lnTo>
                  <a:pt x="236024" y="1723748"/>
                </a:lnTo>
                <a:lnTo>
                  <a:pt x="225783" y="1718052"/>
                </a:lnTo>
                <a:lnTo>
                  <a:pt x="215936" y="1712357"/>
                </a:lnTo>
                <a:lnTo>
                  <a:pt x="206876" y="1706255"/>
                </a:lnTo>
                <a:lnTo>
                  <a:pt x="202543" y="1703814"/>
                </a:lnTo>
                <a:lnTo>
                  <a:pt x="200180" y="1703001"/>
                </a:lnTo>
                <a:lnTo>
                  <a:pt x="198211" y="1703001"/>
                </a:lnTo>
                <a:lnTo>
                  <a:pt x="197423" y="1703408"/>
                </a:lnTo>
                <a:lnTo>
                  <a:pt x="196241" y="1704628"/>
                </a:lnTo>
                <a:lnTo>
                  <a:pt x="195847" y="1705848"/>
                </a:lnTo>
                <a:lnTo>
                  <a:pt x="195060" y="1706662"/>
                </a:lnTo>
                <a:lnTo>
                  <a:pt x="193878" y="1707069"/>
                </a:lnTo>
                <a:lnTo>
                  <a:pt x="182455" y="1706662"/>
                </a:lnTo>
                <a:lnTo>
                  <a:pt x="176941" y="1705848"/>
                </a:lnTo>
                <a:lnTo>
                  <a:pt x="174183" y="1705442"/>
                </a:lnTo>
                <a:lnTo>
                  <a:pt x="173002" y="1705035"/>
                </a:lnTo>
                <a:lnTo>
                  <a:pt x="171032" y="1696492"/>
                </a:lnTo>
                <a:lnTo>
                  <a:pt x="169457" y="1689576"/>
                </a:lnTo>
                <a:lnTo>
                  <a:pt x="169063" y="1683881"/>
                </a:lnTo>
                <a:lnTo>
                  <a:pt x="168669" y="1679406"/>
                </a:lnTo>
                <a:lnTo>
                  <a:pt x="169063" y="1676152"/>
                </a:lnTo>
                <a:lnTo>
                  <a:pt x="169063" y="1674118"/>
                </a:lnTo>
                <a:lnTo>
                  <a:pt x="169457" y="1672491"/>
                </a:lnTo>
                <a:lnTo>
                  <a:pt x="168275" y="1670050"/>
                </a:lnTo>
                <a:close/>
                <a:moveTo>
                  <a:pt x="1942197" y="1444625"/>
                </a:moveTo>
                <a:lnTo>
                  <a:pt x="2238486" y="1444625"/>
                </a:lnTo>
                <a:lnTo>
                  <a:pt x="2244427" y="1445021"/>
                </a:lnTo>
                <a:lnTo>
                  <a:pt x="2249973" y="1445812"/>
                </a:lnTo>
                <a:lnTo>
                  <a:pt x="2255518" y="1447000"/>
                </a:lnTo>
                <a:lnTo>
                  <a:pt x="2260272" y="1448978"/>
                </a:lnTo>
                <a:lnTo>
                  <a:pt x="2265421" y="1451748"/>
                </a:lnTo>
                <a:lnTo>
                  <a:pt x="2270174" y="1454123"/>
                </a:lnTo>
                <a:lnTo>
                  <a:pt x="2274532" y="1457289"/>
                </a:lnTo>
                <a:lnTo>
                  <a:pt x="2278493" y="1461246"/>
                </a:lnTo>
                <a:lnTo>
                  <a:pt x="2282454" y="1465204"/>
                </a:lnTo>
                <a:lnTo>
                  <a:pt x="2285623" y="1469557"/>
                </a:lnTo>
                <a:lnTo>
                  <a:pt x="2287999" y="1474306"/>
                </a:lnTo>
                <a:lnTo>
                  <a:pt x="2290772" y="1479451"/>
                </a:lnTo>
                <a:lnTo>
                  <a:pt x="2292356" y="1484200"/>
                </a:lnTo>
                <a:lnTo>
                  <a:pt x="2293941" y="1489740"/>
                </a:lnTo>
                <a:lnTo>
                  <a:pt x="2294733" y="1495280"/>
                </a:lnTo>
                <a:lnTo>
                  <a:pt x="2295525" y="1501217"/>
                </a:lnTo>
                <a:lnTo>
                  <a:pt x="2295525" y="1665451"/>
                </a:lnTo>
                <a:lnTo>
                  <a:pt x="2294733" y="1671387"/>
                </a:lnTo>
                <a:lnTo>
                  <a:pt x="2293941" y="1676927"/>
                </a:lnTo>
                <a:lnTo>
                  <a:pt x="2292356" y="1682468"/>
                </a:lnTo>
                <a:lnTo>
                  <a:pt x="2290772" y="1688008"/>
                </a:lnTo>
                <a:lnTo>
                  <a:pt x="2287999" y="1692361"/>
                </a:lnTo>
                <a:lnTo>
                  <a:pt x="2285623" y="1697110"/>
                </a:lnTo>
                <a:lnTo>
                  <a:pt x="2282454" y="1701859"/>
                </a:lnTo>
                <a:lnTo>
                  <a:pt x="2278493" y="1705421"/>
                </a:lnTo>
                <a:lnTo>
                  <a:pt x="2274532" y="1709378"/>
                </a:lnTo>
                <a:lnTo>
                  <a:pt x="2270174" y="1712544"/>
                </a:lnTo>
                <a:lnTo>
                  <a:pt x="2265421" y="1715315"/>
                </a:lnTo>
                <a:lnTo>
                  <a:pt x="2260272" y="1717689"/>
                </a:lnTo>
                <a:lnTo>
                  <a:pt x="2255518" y="1719668"/>
                </a:lnTo>
                <a:lnTo>
                  <a:pt x="2249973" y="1720855"/>
                </a:lnTo>
                <a:lnTo>
                  <a:pt x="2244427" y="1722042"/>
                </a:lnTo>
                <a:lnTo>
                  <a:pt x="2238486" y="1722438"/>
                </a:lnTo>
                <a:lnTo>
                  <a:pt x="1942197" y="1722438"/>
                </a:lnTo>
                <a:lnTo>
                  <a:pt x="1936652" y="1722042"/>
                </a:lnTo>
                <a:lnTo>
                  <a:pt x="1931106" y="1720855"/>
                </a:lnTo>
                <a:lnTo>
                  <a:pt x="1925561" y="1719668"/>
                </a:lnTo>
                <a:lnTo>
                  <a:pt x="1920412" y="1717689"/>
                </a:lnTo>
                <a:lnTo>
                  <a:pt x="1915262" y="1715315"/>
                </a:lnTo>
                <a:lnTo>
                  <a:pt x="1910905" y="1712544"/>
                </a:lnTo>
                <a:lnTo>
                  <a:pt x="1906548" y="1709378"/>
                </a:lnTo>
                <a:lnTo>
                  <a:pt x="1902191" y="1705421"/>
                </a:lnTo>
                <a:lnTo>
                  <a:pt x="1899022" y="1701859"/>
                </a:lnTo>
                <a:lnTo>
                  <a:pt x="1895457" y="1697110"/>
                </a:lnTo>
                <a:lnTo>
                  <a:pt x="1892684" y="1692361"/>
                </a:lnTo>
                <a:lnTo>
                  <a:pt x="1890307" y="1688008"/>
                </a:lnTo>
                <a:lnTo>
                  <a:pt x="1888327" y="1682468"/>
                </a:lnTo>
                <a:lnTo>
                  <a:pt x="1887139" y="1676927"/>
                </a:lnTo>
                <a:lnTo>
                  <a:pt x="1886346" y="1671387"/>
                </a:lnTo>
                <a:lnTo>
                  <a:pt x="1885950" y="1665451"/>
                </a:lnTo>
                <a:lnTo>
                  <a:pt x="1885950" y="1501217"/>
                </a:lnTo>
                <a:lnTo>
                  <a:pt x="1886346" y="1495280"/>
                </a:lnTo>
                <a:lnTo>
                  <a:pt x="1887139" y="1489740"/>
                </a:lnTo>
                <a:lnTo>
                  <a:pt x="1888327" y="1484200"/>
                </a:lnTo>
                <a:lnTo>
                  <a:pt x="1890307" y="1479451"/>
                </a:lnTo>
                <a:lnTo>
                  <a:pt x="1892684" y="1474306"/>
                </a:lnTo>
                <a:lnTo>
                  <a:pt x="1895457" y="1469557"/>
                </a:lnTo>
                <a:lnTo>
                  <a:pt x="1899022" y="1465204"/>
                </a:lnTo>
                <a:lnTo>
                  <a:pt x="1902191" y="1461246"/>
                </a:lnTo>
                <a:lnTo>
                  <a:pt x="1906548" y="1457289"/>
                </a:lnTo>
                <a:lnTo>
                  <a:pt x="1910905" y="1454123"/>
                </a:lnTo>
                <a:lnTo>
                  <a:pt x="1915262" y="1451748"/>
                </a:lnTo>
                <a:lnTo>
                  <a:pt x="1920412" y="1448978"/>
                </a:lnTo>
                <a:lnTo>
                  <a:pt x="1925561" y="1447000"/>
                </a:lnTo>
                <a:lnTo>
                  <a:pt x="1931106" y="1445812"/>
                </a:lnTo>
                <a:lnTo>
                  <a:pt x="1936652" y="1445021"/>
                </a:lnTo>
                <a:lnTo>
                  <a:pt x="1942197" y="1444625"/>
                </a:lnTo>
                <a:close/>
                <a:moveTo>
                  <a:pt x="1445637" y="1444625"/>
                </a:moveTo>
                <a:lnTo>
                  <a:pt x="1743650" y="1444625"/>
                </a:lnTo>
                <a:lnTo>
                  <a:pt x="1749627" y="1445021"/>
                </a:lnTo>
                <a:lnTo>
                  <a:pt x="1755204" y="1445812"/>
                </a:lnTo>
                <a:lnTo>
                  <a:pt x="1760384" y="1447000"/>
                </a:lnTo>
                <a:lnTo>
                  <a:pt x="1765563" y="1448978"/>
                </a:lnTo>
                <a:lnTo>
                  <a:pt x="1770743" y="1451748"/>
                </a:lnTo>
                <a:lnTo>
                  <a:pt x="1775524" y="1454123"/>
                </a:lnTo>
                <a:lnTo>
                  <a:pt x="1779508" y="1457289"/>
                </a:lnTo>
                <a:lnTo>
                  <a:pt x="1783890" y="1461246"/>
                </a:lnTo>
                <a:lnTo>
                  <a:pt x="1787476" y="1465204"/>
                </a:lnTo>
                <a:lnTo>
                  <a:pt x="1790663" y="1469557"/>
                </a:lnTo>
                <a:lnTo>
                  <a:pt x="1793452" y="1474306"/>
                </a:lnTo>
                <a:lnTo>
                  <a:pt x="1796241" y="1479451"/>
                </a:lnTo>
                <a:lnTo>
                  <a:pt x="1797835" y="1484200"/>
                </a:lnTo>
                <a:lnTo>
                  <a:pt x="1799428" y="1489740"/>
                </a:lnTo>
                <a:lnTo>
                  <a:pt x="1800225" y="1495280"/>
                </a:lnTo>
                <a:lnTo>
                  <a:pt x="1800225" y="1501217"/>
                </a:lnTo>
                <a:lnTo>
                  <a:pt x="1800225" y="1665451"/>
                </a:lnTo>
                <a:lnTo>
                  <a:pt x="1800225" y="1671387"/>
                </a:lnTo>
                <a:lnTo>
                  <a:pt x="1799428" y="1676927"/>
                </a:lnTo>
                <a:lnTo>
                  <a:pt x="1797835" y="1682468"/>
                </a:lnTo>
                <a:lnTo>
                  <a:pt x="1796241" y="1688008"/>
                </a:lnTo>
                <a:lnTo>
                  <a:pt x="1793452" y="1692361"/>
                </a:lnTo>
                <a:lnTo>
                  <a:pt x="1790663" y="1697110"/>
                </a:lnTo>
                <a:lnTo>
                  <a:pt x="1787476" y="1701859"/>
                </a:lnTo>
                <a:lnTo>
                  <a:pt x="1783890" y="1705421"/>
                </a:lnTo>
                <a:lnTo>
                  <a:pt x="1779508" y="1709378"/>
                </a:lnTo>
                <a:lnTo>
                  <a:pt x="1775524" y="1712544"/>
                </a:lnTo>
                <a:lnTo>
                  <a:pt x="1770743" y="1715315"/>
                </a:lnTo>
                <a:lnTo>
                  <a:pt x="1765563" y="1717689"/>
                </a:lnTo>
                <a:lnTo>
                  <a:pt x="1760384" y="1719668"/>
                </a:lnTo>
                <a:lnTo>
                  <a:pt x="1755204" y="1720855"/>
                </a:lnTo>
                <a:lnTo>
                  <a:pt x="1749627" y="1722042"/>
                </a:lnTo>
                <a:lnTo>
                  <a:pt x="1743650" y="1722438"/>
                </a:lnTo>
                <a:lnTo>
                  <a:pt x="1445637" y="1722438"/>
                </a:lnTo>
                <a:lnTo>
                  <a:pt x="1439661" y="1722042"/>
                </a:lnTo>
                <a:lnTo>
                  <a:pt x="1434083" y="1720855"/>
                </a:lnTo>
                <a:lnTo>
                  <a:pt x="1428904" y="1719668"/>
                </a:lnTo>
                <a:lnTo>
                  <a:pt x="1423724" y="1717689"/>
                </a:lnTo>
                <a:lnTo>
                  <a:pt x="1418545" y="1715315"/>
                </a:lnTo>
                <a:lnTo>
                  <a:pt x="1413764" y="1712544"/>
                </a:lnTo>
                <a:lnTo>
                  <a:pt x="1409780" y="1709378"/>
                </a:lnTo>
                <a:lnTo>
                  <a:pt x="1405397" y="1705421"/>
                </a:lnTo>
                <a:lnTo>
                  <a:pt x="1401811" y="1701859"/>
                </a:lnTo>
                <a:lnTo>
                  <a:pt x="1398624" y="1697110"/>
                </a:lnTo>
                <a:lnTo>
                  <a:pt x="1395835" y="1692361"/>
                </a:lnTo>
                <a:lnTo>
                  <a:pt x="1393046" y="1688008"/>
                </a:lnTo>
                <a:lnTo>
                  <a:pt x="1391453" y="1682468"/>
                </a:lnTo>
                <a:lnTo>
                  <a:pt x="1389859" y="1676927"/>
                </a:lnTo>
                <a:lnTo>
                  <a:pt x="1389062" y="1671387"/>
                </a:lnTo>
                <a:lnTo>
                  <a:pt x="1389062" y="1665451"/>
                </a:lnTo>
                <a:lnTo>
                  <a:pt x="1389062" y="1501217"/>
                </a:lnTo>
                <a:lnTo>
                  <a:pt x="1389062" y="1495280"/>
                </a:lnTo>
                <a:lnTo>
                  <a:pt x="1389859" y="1489740"/>
                </a:lnTo>
                <a:lnTo>
                  <a:pt x="1391453" y="1484200"/>
                </a:lnTo>
                <a:lnTo>
                  <a:pt x="1393046" y="1479451"/>
                </a:lnTo>
                <a:lnTo>
                  <a:pt x="1395835" y="1474306"/>
                </a:lnTo>
                <a:lnTo>
                  <a:pt x="1398624" y="1469557"/>
                </a:lnTo>
                <a:lnTo>
                  <a:pt x="1401811" y="1465204"/>
                </a:lnTo>
                <a:lnTo>
                  <a:pt x="1405397" y="1461246"/>
                </a:lnTo>
                <a:lnTo>
                  <a:pt x="1409780" y="1457289"/>
                </a:lnTo>
                <a:lnTo>
                  <a:pt x="1413764" y="1454123"/>
                </a:lnTo>
                <a:lnTo>
                  <a:pt x="1418545" y="1451748"/>
                </a:lnTo>
                <a:lnTo>
                  <a:pt x="1423724" y="1448978"/>
                </a:lnTo>
                <a:lnTo>
                  <a:pt x="1428904" y="1447000"/>
                </a:lnTo>
                <a:lnTo>
                  <a:pt x="1434083" y="1445812"/>
                </a:lnTo>
                <a:lnTo>
                  <a:pt x="1439661" y="1445021"/>
                </a:lnTo>
                <a:lnTo>
                  <a:pt x="1445637" y="1444625"/>
                </a:lnTo>
                <a:close/>
                <a:moveTo>
                  <a:pt x="971098" y="1444625"/>
                </a:moveTo>
                <a:lnTo>
                  <a:pt x="1267674" y="1444625"/>
                </a:lnTo>
                <a:lnTo>
                  <a:pt x="1273224" y="1445021"/>
                </a:lnTo>
                <a:lnTo>
                  <a:pt x="1278775" y="1445812"/>
                </a:lnTo>
                <a:lnTo>
                  <a:pt x="1284326" y="1447000"/>
                </a:lnTo>
                <a:lnTo>
                  <a:pt x="1289481" y="1448978"/>
                </a:lnTo>
                <a:lnTo>
                  <a:pt x="1294635" y="1451748"/>
                </a:lnTo>
                <a:lnTo>
                  <a:pt x="1298996" y="1454123"/>
                </a:lnTo>
                <a:lnTo>
                  <a:pt x="1303358" y="1457289"/>
                </a:lnTo>
                <a:lnTo>
                  <a:pt x="1307719" y="1461246"/>
                </a:lnTo>
                <a:lnTo>
                  <a:pt x="1311288" y="1465204"/>
                </a:lnTo>
                <a:lnTo>
                  <a:pt x="1314459" y="1469557"/>
                </a:lnTo>
                <a:lnTo>
                  <a:pt x="1317235" y="1474306"/>
                </a:lnTo>
                <a:lnTo>
                  <a:pt x="1319614" y="1479451"/>
                </a:lnTo>
                <a:lnTo>
                  <a:pt x="1321596" y="1484200"/>
                </a:lnTo>
                <a:lnTo>
                  <a:pt x="1323182" y="1489740"/>
                </a:lnTo>
                <a:lnTo>
                  <a:pt x="1323975" y="1495280"/>
                </a:lnTo>
                <a:lnTo>
                  <a:pt x="1323975" y="1501217"/>
                </a:lnTo>
                <a:lnTo>
                  <a:pt x="1323975" y="1665451"/>
                </a:lnTo>
                <a:lnTo>
                  <a:pt x="1323975" y="1671387"/>
                </a:lnTo>
                <a:lnTo>
                  <a:pt x="1323182" y="1676927"/>
                </a:lnTo>
                <a:lnTo>
                  <a:pt x="1321596" y="1682468"/>
                </a:lnTo>
                <a:lnTo>
                  <a:pt x="1319614" y="1688008"/>
                </a:lnTo>
                <a:lnTo>
                  <a:pt x="1317235" y="1692361"/>
                </a:lnTo>
                <a:lnTo>
                  <a:pt x="1314459" y="1697110"/>
                </a:lnTo>
                <a:lnTo>
                  <a:pt x="1311288" y="1701859"/>
                </a:lnTo>
                <a:lnTo>
                  <a:pt x="1307719" y="1705421"/>
                </a:lnTo>
                <a:lnTo>
                  <a:pt x="1303358" y="1709378"/>
                </a:lnTo>
                <a:lnTo>
                  <a:pt x="1298996" y="1712544"/>
                </a:lnTo>
                <a:lnTo>
                  <a:pt x="1294635" y="1715315"/>
                </a:lnTo>
                <a:lnTo>
                  <a:pt x="1289481" y="1717689"/>
                </a:lnTo>
                <a:lnTo>
                  <a:pt x="1284326" y="1719668"/>
                </a:lnTo>
                <a:lnTo>
                  <a:pt x="1278775" y="1720855"/>
                </a:lnTo>
                <a:lnTo>
                  <a:pt x="1273224" y="1722042"/>
                </a:lnTo>
                <a:lnTo>
                  <a:pt x="1267674" y="1722438"/>
                </a:lnTo>
                <a:lnTo>
                  <a:pt x="971098" y="1722438"/>
                </a:lnTo>
                <a:lnTo>
                  <a:pt x="965151" y="1722042"/>
                </a:lnTo>
                <a:lnTo>
                  <a:pt x="959600" y="1720855"/>
                </a:lnTo>
                <a:lnTo>
                  <a:pt x="954049" y="1719668"/>
                </a:lnTo>
                <a:lnTo>
                  <a:pt x="949291" y="1717689"/>
                </a:lnTo>
                <a:lnTo>
                  <a:pt x="944137" y="1715315"/>
                </a:lnTo>
                <a:lnTo>
                  <a:pt x="939379" y="1712544"/>
                </a:lnTo>
                <a:lnTo>
                  <a:pt x="935414" y="1709378"/>
                </a:lnTo>
                <a:lnTo>
                  <a:pt x="931053" y="1705421"/>
                </a:lnTo>
                <a:lnTo>
                  <a:pt x="927088" y="1701859"/>
                </a:lnTo>
                <a:lnTo>
                  <a:pt x="924312" y="1697110"/>
                </a:lnTo>
                <a:lnTo>
                  <a:pt x="921140" y="1692361"/>
                </a:lnTo>
                <a:lnTo>
                  <a:pt x="918762" y="1688008"/>
                </a:lnTo>
                <a:lnTo>
                  <a:pt x="917176" y="1682468"/>
                </a:lnTo>
                <a:lnTo>
                  <a:pt x="915590" y="1676927"/>
                </a:lnTo>
                <a:lnTo>
                  <a:pt x="914400" y="1671387"/>
                </a:lnTo>
                <a:lnTo>
                  <a:pt x="914400" y="1665451"/>
                </a:lnTo>
                <a:lnTo>
                  <a:pt x="914400" y="1501217"/>
                </a:lnTo>
                <a:lnTo>
                  <a:pt x="914400" y="1495280"/>
                </a:lnTo>
                <a:lnTo>
                  <a:pt x="915590" y="1489740"/>
                </a:lnTo>
                <a:lnTo>
                  <a:pt x="917176" y="1484200"/>
                </a:lnTo>
                <a:lnTo>
                  <a:pt x="918762" y="1479451"/>
                </a:lnTo>
                <a:lnTo>
                  <a:pt x="921140" y="1474306"/>
                </a:lnTo>
                <a:lnTo>
                  <a:pt x="924312" y="1469557"/>
                </a:lnTo>
                <a:lnTo>
                  <a:pt x="927088" y="1465204"/>
                </a:lnTo>
                <a:lnTo>
                  <a:pt x="931053" y="1461246"/>
                </a:lnTo>
                <a:lnTo>
                  <a:pt x="935414" y="1457289"/>
                </a:lnTo>
                <a:lnTo>
                  <a:pt x="939379" y="1454123"/>
                </a:lnTo>
                <a:lnTo>
                  <a:pt x="944137" y="1451748"/>
                </a:lnTo>
                <a:lnTo>
                  <a:pt x="949291" y="1448978"/>
                </a:lnTo>
                <a:lnTo>
                  <a:pt x="954049" y="1447000"/>
                </a:lnTo>
                <a:lnTo>
                  <a:pt x="959600" y="1445812"/>
                </a:lnTo>
                <a:lnTo>
                  <a:pt x="965151" y="1445021"/>
                </a:lnTo>
                <a:lnTo>
                  <a:pt x="971098" y="1444625"/>
                </a:lnTo>
                <a:close/>
                <a:moveTo>
                  <a:pt x="1787045" y="1350963"/>
                </a:moveTo>
                <a:lnTo>
                  <a:pt x="1913358" y="1350963"/>
                </a:lnTo>
                <a:lnTo>
                  <a:pt x="1913358" y="1366815"/>
                </a:lnTo>
                <a:lnTo>
                  <a:pt x="1914148" y="1381479"/>
                </a:lnTo>
                <a:lnTo>
                  <a:pt x="1915332" y="1395746"/>
                </a:lnTo>
                <a:lnTo>
                  <a:pt x="1917700" y="1409617"/>
                </a:lnTo>
                <a:lnTo>
                  <a:pt x="1910200" y="1412391"/>
                </a:lnTo>
                <a:lnTo>
                  <a:pt x="1903095" y="1414769"/>
                </a:lnTo>
                <a:lnTo>
                  <a:pt x="1896385" y="1418732"/>
                </a:lnTo>
                <a:lnTo>
                  <a:pt x="1890069" y="1422299"/>
                </a:lnTo>
                <a:lnTo>
                  <a:pt x="1883753" y="1427055"/>
                </a:lnTo>
                <a:lnTo>
                  <a:pt x="1877833" y="1431810"/>
                </a:lnTo>
                <a:lnTo>
                  <a:pt x="1872306" y="1437359"/>
                </a:lnTo>
                <a:lnTo>
                  <a:pt x="1867570" y="1442907"/>
                </a:lnTo>
                <a:lnTo>
                  <a:pt x="1863228" y="1448852"/>
                </a:lnTo>
                <a:lnTo>
                  <a:pt x="1859280" y="1455589"/>
                </a:lnTo>
                <a:lnTo>
                  <a:pt x="1856122" y="1462326"/>
                </a:lnTo>
                <a:lnTo>
                  <a:pt x="1852965" y="1469460"/>
                </a:lnTo>
                <a:lnTo>
                  <a:pt x="1850596" y="1476990"/>
                </a:lnTo>
                <a:lnTo>
                  <a:pt x="1849017" y="1484916"/>
                </a:lnTo>
                <a:lnTo>
                  <a:pt x="1847833" y="1492842"/>
                </a:lnTo>
                <a:lnTo>
                  <a:pt x="1847438" y="1500768"/>
                </a:lnTo>
                <a:lnTo>
                  <a:pt x="1847438" y="1628776"/>
                </a:lnTo>
                <a:lnTo>
                  <a:pt x="1837570" y="1628776"/>
                </a:lnTo>
                <a:lnTo>
                  <a:pt x="1837570" y="1500768"/>
                </a:lnTo>
                <a:lnTo>
                  <a:pt x="1837175" y="1492842"/>
                </a:lnTo>
                <a:lnTo>
                  <a:pt x="1836386" y="1485312"/>
                </a:lnTo>
                <a:lnTo>
                  <a:pt x="1834412" y="1478178"/>
                </a:lnTo>
                <a:lnTo>
                  <a:pt x="1832439" y="1470252"/>
                </a:lnTo>
                <a:lnTo>
                  <a:pt x="1830070" y="1463515"/>
                </a:lnTo>
                <a:lnTo>
                  <a:pt x="1826518" y="1456778"/>
                </a:lnTo>
                <a:lnTo>
                  <a:pt x="1822965" y="1450833"/>
                </a:lnTo>
                <a:lnTo>
                  <a:pt x="1818623" y="1444888"/>
                </a:lnTo>
                <a:lnTo>
                  <a:pt x="1813886" y="1438944"/>
                </a:lnTo>
                <a:lnTo>
                  <a:pt x="1809150" y="1433792"/>
                </a:lnTo>
                <a:lnTo>
                  <a:pt x="1803623" y="1428640"/>
                </a:lnTo>
                <a:lnTo>
                  <a:pt x="1798097" y="1424280"/>
                </a:lnTo>
                <a:lnTo>
                  <a:pt x="1791781" y="1420317"/>
                </a:lnTo>
                <a:lnTo>
                  <a:pt x="1785466" y="1416354"/>
                </a:lnTo>
                <a:lnTo>
                  <a:pt x="1778755" y="1413580"/>
                </a:lnTo>
                <a:lnTo>
                  <a:pt x="1771650" y="1411202"/>
                </a:lnTo>
                <a:lnTo>
                  <a:pt x="1774808" y="1406446"/>
                </a:lnTo>
                <a:lnTo>
                  <a:pt x="1777571" y="1401294"/>
                </a:lnTo>
                <a:lnTo>
                  <a:pt x="1779940" y="1394953"/>
                </a:lnTo>
                <a:lnTo>
                  <a:pt x="1782308" y="1388216"/>
                </a:lnTo>
                <a:lnTo>
                  <a:pt x="1784282" y="1380290"/>
                </a:lnTo>
                <a:lnTo>
                  <a:pt x="1785466" y="1371571"/>
                </a:lnTo>
                <a:lnTo>
                  <a:pt x="1786650" y="1361663"/>
                </a:lnTo>
                <a:lnTo>
                  <a:pt x="1787045" y="1350963"/>
                </a:lnTo>
                <a:close/>
                <a:moveTo>
                  <a:pt x="1316831" y="1350963"/>
                </a:moveTo>
                <a:lnTo>
                  <a:pt x="1412875" y="1350963"/>
                </a:lnTo>
                <a:lnTo>
                  <a:pt x="1413272" y="1360950"/>
                </a:lnTo>
                <a:lnTo>
                  <a:pt x="1414066" y="1370138"/>
                </a:lnTo>
                <a:lnTo>
                  <a:pt x="1415653" y="1378527"/>
                </a:lnTo>
                <a:lnTo>
                  <a:pt x="1416844" y="1386116"/>
                </a:lnTo>
                <a:lnTo>
                  <a:pt x="1418828" y="1392907"/>
                </a:lnTo>
                <a:lnTo>
                  <a:pt x="1420813" y="1398900"/>
                </a:lnTo>
                <a:lnTo>
                  <a:pt x="1423194" y="1404492"/>
                </a:lnTo>
                <a:lnTo>
                  <a:pt x="1425575" y="1408886"/>
                </a:lnTo>
                <a:lnTo>
                  <a:pt x="1419622" y="1410884"/>
                </a:lnTo>
                <a:lnTo>
                  <a:pt x="1413272" y="1412881"/>
                </a:lnTo>
                <a:lnTo>
                  <a:pt x="1407716" y="1414878"/>
                </a:lnTo>
                <a:lnTo>
                  <a:pt x="1402556" y="1418074"/>
                </a:lnTo>
                <a:lnTo>
                  <a:pt x="1397000" y="1420870"/>
                </a:lnTo>
                <a:lnTo>
                  <a:pt x="1391841" y="1424466"/>
                </a:lnTo>
                <a:lnTo>
                  <a:pt x="1386681" y="1427661"/>
                </a:lnTo>
                <a:lnTo>
                  <a:pt x="1382316" y="1432056"/>
                </a:lnTo>
                <a:lnTo>
                  <a:pt x="1377950" y="1436050"/>
                </a:lnTo>
                <a:lnTo>
                  <a:pt x="1374378" y="1440844"/>
                </a:lnTo>
                <a:lnTo>
                  <a:pt x="1370410" y="1445638"/>
                </a:lnTo>
                <a:lnTo>
                  <a:pt x="1366441" y="1450431"/>
                </a:lnTo>
                <a:lnTo>
                  <a:pt x="1363663" y="1456024"/>
                </a:lnTo>
                <a:lnTo>
                  <a:pt x="1360885" y="1461616"/>
                </a:lnTo>
                <a:lnTo>
                  <a:pt x="1358106" y="1467209"/>
                </a:lnTo>
                <a:lnTo>
                  <a:pt x="1356519" y="1473201"/>
                </a:lnTo>
                <a:lnTo>
                  <a:pt x="1352947" y="1464413"/>
                </a:lnTo>
                <a:lnTo>
                  <a:pt x="1348978" y="1456423"/>
                </a:lnTo>
                <a:lnTo>
                  <a:pt x="1344216" y="1448833"/>
                </a:lnTo>
                <a:lnTo>
                  <a:pt x="1339056" y="1441643"/>
                </a:lnTo>
                <a:lnTo>
                  <a:pt x="1332706" y="1434852"/>
                </a:lnTo>
                <a:lnTo>
                  <a:pt x="1325960" y="1428860"/>
                </a:lnTo>
                <a:lnTo>
                  <a:pt x="1318816" y="1423267"/>
                </a:lnTo>
                <a:lnTo>
                  <a:pt x="1311275" y="1418873"/>
                </a:lnTo>
                <a:lnTo>
                  <a:pt x="1314053" y="1401696"/>
                </a:lnTo>
                <a:lnTo>
                  <a:pt x="1316038" y="1384918"/>
                </a:lnTo>
                <a:lnTo>
                  <a:pt x="1316435" y="1376130"/>
                </a:lnTo>
                <a:lnTo>
                  <a:pt x="1316831" y="1367741"/>
                </a:lnTo>
                <a:lnTo>
                  <a:pt x="1317228" y="1359352"/>
                </a:lnTo>
                <a:lnTo>
                  <a:pt x="1316831" y="1350963"/>
                </a:lnTo>
                <a:close/>
                <a:moveTo>
                  <a:pt x="692943" y="1350963"/>
                </a:moveTo>
                <a:lnTo>
                  <a:pt x="941785" y="1350963"/>
                </a:lnTo>
                <a:lnTo>
                  <a:pt x="941785" y="1366815"/>
                </a:lnTo>
                <a:lnTo>
                  <a:pt x="942578" y="1381479"/>
                </a:lnTo>
                <a:lnTo>
                  <a:pt x="944166" y="1395746"/>
                </a:lnTo>
                <a:lnTo>
                  <a:pt x="946150" y="1409617"/>
                </a:lnTo>
                <a:lnTo>
                  <a:pt x="938610" y="1412391"/>
                </a:lnTo>
                <a:lnTo>
                  <a:pt x="931466" y="1414769"/>
                </a:lnTo>
                <a:lnTo>
                  <a:pt x="924719" y="1418732"/>
                </a:lnTo>
                <a:lnTo>
                  <a:pt x="917972" y="1422299"/>
                </a:lnTo>
                <a:lnTo>
                  <a:pt x="912019" y="1427055"/>
                </a:lnTo>
                <a:lnTo>
                  <a:pt x="906066" y="1431810"/>
                </a:lnTo>
                <a:lnTo>
                  <a:pt x="900906" y="1437359"/>
                </a:lnTo>
                <a:lnTo>
                  <a:pt x="896144" y="1442907"/>
                </a:lnTo>
                <a:lnTo>
                  <a:pt x="891381" y="1448852"/>
                </a:lnTo>
                <a:lnTo>
                  <a:pt x="887809" y="1455589"/>
                </a:lnTo>
                <a:lnTo>
                  <a:pt x="883841" y="1462326"/>
                </a:lnTo>
                <a:lnTo>
                  <a:pt x="881459" y="1469460"/>
                </a:lnTo>
                <a:lnTo>
                  <a:pt x="878681" y="1476990"/>
                </a:lnTo>
                <a:lnTo>
                  <a:pt x="877094" y="1484916"/>
                </a:lnTo>
                <a:lnTo>
                  <a:pt x="876300" y="1492842"/>
                </a:lnTo>
                <a:lnTo>
                  <a:pt x="875903" y="1500768"/>
                </a:lnTo>
                <a:lnTo>
                  <a:pt x="875903" y="1628776"/>
                </a:lnTo>
                <a:lnTo>
                  <a:pt x="692943" y="1628776"/>
                </a:lnTo>
                <a:lnTo>
                  <a:pt x="686990" y="1628776"/>
                </a:lnTo>
                <a:lnTo>
                  <a:pt x="681434" y="1627983"/>
                </a:lnTo>
                <a:lnTo>
                  <a:pt x="675878" y="1626002"/>
                </a:lnTo>
                <a:lnTo>
                  <a:pt x="671115" y="1624417"/>
                </a:lnTo>
                <a:lnTo>
                  <a:pt x="665956" y="1622039"/>
                </a:lnTo>
                <a:lnTo>
                  <a:pt x="661193" y="1618868"/>
                </a:lnTo>
                <a:lnTo>
                  <a:pt x="657224" y="1616094"/>
                </a:lnTo>
                <a:lnTo>
                  <a:pt x="652859" y="1612131"/>
                </a:lnTo>
                <a:lnTo>
                  <a:pt x="648890" y="1608168"/>
                </a:lnTo>
                <a:lnTo>
                  <a:pt x="646112" y="1603809"/>
                </a:lnTo>
                <a:lnTo>
                  <a:pt x="643334" y="1599053"/>
                </a:lnTo>
                <a:lnTo>
                  <a:pt x="640556" y="1594297"/>
                </a:lnTo>
                <a:lnTo>
                  <a:pt x="638968" y="1589145"/>
                </a:lnTo>
                <a:lnTo>
                  <a:pt x="637381" y="1583597"/>
                </a:lnTo>
                <a:lnTo>
                  <a:pt x="636587" y="1578048"/>
                </a:lnTo>
                <a:lnTo>
                  <a:pt x="636587" y="1572104"/>
                </a:lnTo>
                <a:lnTo>
                  <a:pt x="636587" y="1407635"/>
                </a:lnTo>
                <a:lnTo>
                  <a:pt x="636587" y="1401691"/>
                </a:lnTo>
                <a:lnTo>
                  <a:pt x="637381" y="1396142"/>
                </a:lnTo>
                <a:lnTo>
                  <a:pt x="638968" y="1390990"/>
                </a:lnTo>
                <a:lnTo>
                  <a:pt x="640556" y="1385442"/>
                </a:lnTo>
                <a:lnTo>
                  <a:pt x="643334" y="1380686"/>
                </a:lnTo>
                <a:lnTo>
                  <a:pt x="646112" y="1375534"/>
                </a:lnTo>
                <a:lnTo>
                  <a:pt x="648890" y="1371571"/>
                </a:lnTo>
                <a:lnTo>
                  <a:pt x="652859" y="1367608"/>
                </a:lnTo>
                <a:lnTo>
                  <a:pt x="657224" y="1364041"/>
                </a:lnTo>
                <a:lnTo>
                  <a:pt x="661193" y="1360474"/>
                </a:lnTo>
                <a:lnTo>
                  <a:pt x="665956" y="1357700"/>
                </a:lnTo>
                <a:lnTo>
                  <a:pt x="671115" y="1355322"/>
                </a:lnTo>
                <a:lnTo>
                  <a:pt x="675878" y="1353341"/>
                </a:lnTo>
                <a:lnTo>
                  <a:pt x="681434" y="1352152"/>
                </a:lnTo>
                <a:lnTo>
                  <a:pt x="686990" y="1351359"/>
                </a:lnTo>
                <a:lnTo>
                  <a:pt x="692943" y="1350963"/>
                </a:lnTo>
                <a:close/>
                <a:moveTo>
                  <a:pt x="2082006" y="1166813"/>
                </a:moveTo>
                <a:lnTo>
                  <a:pt x="2083990" y="1169978"/>
                </a:lnTo>
                <a:lnTo>
                  <a:pt x="2086768" y="1172747"/>
                </a:lnTo>
                <a:lnTo>
                  <a:pt x="2089547" y="1175120"/>
                </a:lnTo>
                <a:lnTo>
                  <a:pt x="2093515" y="1176702"/>
                </a:lnTo>
                <a:lnTo>
                  <a:pt x="2096293" y="1177494"/>
                </a:lnTo>
                <a:lnTo>
                  <a:pt x="2100262" y="1177494"/>
                </a:lnTo>
                <a:lnTo>
                  <a:pt x="2107803" y="1177098"/>
                </a:lnTo>
                <a:lnTo>
                  <a:pt x="2116137" y="1176702"/>
                </a:lnTo>
                <a:lnTo>
                  <a:pt x="2125662" y="1177098"/>
                </a:lnTo>
                <a:lnTo>
                  <a:pt x="2135584" y="1177889"/>
                </a:lnTo>
                <a:lnTo>
                  <a:pt x="2144315" y="1179076"/>
                </a:lnTo>
                <a:lnTo>
                  <a:pt x="2152650" y="1180658"/>
                </a:lnTo>
                <a:lnTo>
                  <a:pt x="2161381" y="1183427"/>
                </a:lnTo>
                <a:lnTo>
                  <a:pt x="2169318" y="1186196"/>
                </a:lnTo>
                <a:lnTo>
                  <a:pt x="2176462" y="1189756"/>
                </a:lnTo>
                <a:lnTo>
                  <a:pt x="2183606" y="1193317"/>
                </a:lnTo>
                <a:lnTo>
                  <a:pt x="2190353" y="1197668"/>
                </a:lnTo>
                <a:lnTo>
                  <a:pt x="2196703" y="1202810"/>
                </a:lnTo>
                <a:lnTo>
                  <a:pt x="2202656" y="1208348"/>
                </a:lnTo>
                <a:lnTo>
                  <a:pt x="2207815" y="1213886"/>
                </a:lnTo>
                <a:lnTo>
                  <a:pt x="2212975" y="1220611"/>
                </a:lnTo>
                <a:lnTo>
                  <a:pt x="2217737" y="1227731"/>
                </a:lnTo>
                <a:lnTo>
                  <a:pt x="2222500" y="1234852"/>
                </a:lnTo>
                <a:lnTo>
                  <a:pt x="2226072" y="1243554"/>
                </a:lnTo>
                <a:lnTo>
                  <a:pt x="2231628" y="1256213"/>
                </a:lnTo>
                <a:lnTo>
                  <a:pt x="2236787" y="1268476"/>
                </a:lnTo>
                <a:lnTo>
                  <a:pt x="2240756" y="1280343"/>
                </a:lnTo>
                <a:lnTo>
                  <a:pt x="2244725" y="1291814"/>
                </a:lnTo>
                <a:lnTo>
                  <a:pt x="2247503" y="1302890"/>
                </a:lnTo>
                <a:lnTo>
                  <a:pt x="2250281" y="1313175"/>
                </a:lnTo>
                <a:lnTo>
                  <a:pt x="2252265" y="1323460"/>
                </a:lnTo>
                <a:lnTo>
                  <a:pt x="2253853" y="1333350"/>
                </a:lnTo>
                <a:lnTo>
                  <a:pt x="2254647" y="1342843"/>
                </a:lnTo>
                <a:lnTo>
                  <a:pt x="2255043" y="1352337"/>
                </a:lnTo>
                <a:lnTo>
                  <a:pt x="2255837" y="1361831"/>
                </a:lnTo>
                <a:lnTo>
                  <a:pt x="2255043" y="1371325"/>
                </a:lnTo>
                <a:lnTo>
                  <a:pt x="2254647" y="1380027"/>
                </a:lnTo>
                <a:lnTo>
                  <a:pt x="2253853" y="1389126"/>
                </a:lnTo>
                <a:lnTo>
                  <a:pt x="2252662" y="1398619"/>
                </a:lnTo>
                <a:lnTo>
                  <a:pt x="2251075" y="1408113"/>
                </a:lnTo>
                <a:lnTo>
                  <a:pt x="2245122" y="1407322"/>
                </a:lnTo>
                <a:lnTo>
                  <a:pt x="2239168" y="1406926"/>
                </a:lnTo>
                <a:lnTo>
                  <a:pt x="2220118" y="1406926"/>
                </a:lnTo>
                <a:lnTo>
                  <a:pt x="2219722" y="1396246"/>
                </a:lnTo>
                <a:lnTo>
                  <a:pt x="2219325" y="1385961"/>
                </a:lnTo>
                <a:lnTo>
                  <a:pt x="2218928" y="1382401"/>
                </a:lnTo>
                <a:lnTo>
                  <a:pt x="2218134" y="1379632"/>
                </a:lnTo>
                <a:lnTo>
                  <a:pt x="2216547" y="1377258"/>
                </a:lnTo>
                <a:lnTo>
                  <a:pt x="2214165" y="1374489"/>
                </a:lnTo>
                <a:lnTo>
                  <a:pt x="2212181" y="1372907"/>
                </a:lnTo>
                <a:lnTo>
                  <a:pt x="2209403" y="1371325"/>
                </a:lnTo>
                <a:lnTo>
                  <a:pt x="2206228" y="1370534"/>
                </a:lnTo>
                <a:lnTo>
                  <a:pt x="2203053" y="1369742"/>
                </a:lnTo>
                <a:lnTo>
                  <a:pt x="2199878" y="1369742"/>
                </a:lnTo>
                <a:lnTo>
                  <a:pt x="2196703" y="1370929"/>
                </a:lnTo>
                <a:lnTo>
                  <a:pt x="2193925" y="1372116"/>
                </a:lnTo>
                <a:lnTo>
                  <a:pt x="2191543" y="1373698"/>
                </a:lnTo>
                <a:lnTo>
                  <a:pt x="2189559" y="1376072"/>
                </a:lnTo>
                <a:lnTo>
                  <a:pt x="2187178" y="1378841"/>
                </a:lnTo>
                <a:lnTo>
                  <a:pt x="2185987" y="1381214"/>
                </a:lnTo>
                <a:lnTo>
                  <a:pt x="2185590" y="1384774"/>
                </a:lnTo>
                <a:lnTo>
                  <a:pt x="2184003" y="1395455"/>
                </a:lnTo>
                <a:lnTo>
                  <a:pt x="2182018" y="1406926"/>
                </a:lnTo>
                <a:lnTo>
                  <a:pt x="2013743" y="1406926"/>
                </a:lnTo>
                <a:lnTo>
                  <a:pt x="2010965" y="1399015"/>
                </a:lnTo>
                <a:lnTo>
                  <a:pt x="2009775" y="1395850"/>
                </a:lnTo>
                <a:lnTo>
                  <a:pt x="2008584" y="1393477"/>
                </a:lnTo>
                <a:lnTo>
                  <a:pt x="2006600" y="1391499"/>
                </a:lnTo>
                <a:lnTo>
                  <a:pt x="2003822" y="1389126"/>
                </a:lnTo>
                <a:lnTo>
                  <a:pt x="2001440" y="1387939"/>
                </a:lnTo>
                <a:lnTo>
                  <a:pt x="1998662" y="1387148"/>
                </a:lnTo>
                <a:lnTo>
                  <a:pt x="1995090" y="1386752"/>
                </a:lnTo>
                <a:lnTo>
                  <a:pt x="1992312" y="1386752"/>
                </a:lnTo>
                <a:lnTo>
                  <a:pt x="1988740" y="1387543"/>
                </a:lnTo>
                <a:lnTo>
                  <a:pt x="1986359" y="1388730"/>
                </a:lnTo>
                <a:lnTo>
                  <a:pt x="1983581" y="1390708"/>
                </a:lnTo>
                <a:lnTo>
                  <a:pt x="1981597" y="1393081"/>
                </a:lnTo>
                <a:lnTo>
                  <a:pt x="1980009" y="1395455"/>
                </a:lnTo>
                <a:lnTo>
                  <a:pt x="1978818" y="1398224"/>
                </a:lnTo>
                <a:lnTo>
                  <a:pt x="1978025" y="1400993"/>
                </a:lnTo>
                <a:lnTo>
                  <a:pt x="1978025" y="1404553"/>
                </a:lnTo>
                <a:lnTo>
                  <a:pt x="1978025" y="1406926"/>
                </a:lnTo>
                <a:lnTo>
                  <a:pt x="1952625" y="1406926"/>
                </a:lnTo>
                <a:lnTo>
                  <a:pt x="1949847" y="1390708"/>
                </a:lnTo>
                <a:lnTo>
                  <a:pt x="1949053" y="1382005"/>
                </a:lnTo>
                <a:lnTo>
                  <a:pt x="1948259" y="1373698"/>
                </a:lnTo>
                <a:lnTo>
                  <a:pt x="1947862" y="1364996"/>
                </a:lnTo>
                <a:lnTo>
                  <a:pt x="1947862" y="1355897"/>
                </a:lnTo>
                <a:lnTo>
                  <a:pt x="1948259" y="1346404"/>
                </a:lnTo>
                <a:lnTo>
                  <a:pt x="1949053" y="1337305"/>
                </a:lnTo>
                <a:lnTo>
                  <a:pt x="1950243" y="1327020"/>
                </a:lnTo>
                <a:lnTo>
                  <a:pt x="1952228" y="1316736"/>
                </a:lnTo>
                <a:lnTo>
                  <a:pt x="1954609" y="1305659"/>
                </a:lnTo>
                <a:lnTo>
                  <a:pt x="1958181" y="1294188"/>
                </a:lnTo>
                <a:lnTo>
                  <a:pt x="1961356" y="1282716"/>
                </a:lnTo>
                <a:lnTo>
                  <a:pt x="1966118" y="1270453"/>
                </a:lnTo>
                <a:lnTo>
                  <a:pt x="1971675" y="1257399"/>
                </a:lnTo>
                <a:lnTo>
                  <a:pt x="1977231" y="1243554"/>
                </a:lnTo>
                <a:lnTo>
                  <a:pt x="1980803" y="1237225"/>
                </a:lnTo>
                <a:lnTo>
                  <a:pt x="1984772" y="1230896"/>
                </a:lnTo>
                <a:lnTo>
                  <a:pt x="1988740" y="1224567"/>
                </a:lnTo>
                <a:lnTo>
                  <a:pt x="1993106" y="1218238"/>
                </a:lnTo>
                <a:lnTo>
                  <a:pt x="1994693" y="1215864"/>
                </a:lnTo>
                <a:lnTo>
                  <a:pt x="1996281" y="1213491"/>
                </a:lnTo>
                <a:lnTo>
                  <a:pt x="2001440" y="1208744"/>
                </a:lnTo>
                <a:lnTo>
                  <a:pt x="2006600" y="1203601"/>
                </a:lnTo>
                <a:lnTo>
                  <a:pt x="2011362" y="1198855"/>
                </a:lnTo>
                <a:lnTo>
                  <a:pt x="2016522" y="1194899"/>
                </a:lnTo>
                <a:lnTo>
                  <a:pt x="2022078" y="1190943"/>
                </a:lnTo>
                <a:lnTo>
                  <a:pt x="2027634" y="1186987"/>
                </a:lnTo>
                <a:lnTo>
                  <a:pt x="2033190" y="1184218"/>
                </a:lnTo>
                <a:lnTo>
                  <a:pt x="2038350" y="1181449"/>
                </a:lnTo>
                <a:lnTo>
                  <a:pt x="2043906" y="1178285"/>
                </a:lnTo>
                <a:lnTo>
                  <a:pt x="2049859" y="1176307"/>
                </a:lnTo>
                <a:lnTo>
                  <a:pt x="2060972" y="1171956"/>
                </a:lnTo>
                <a:lnTo>
                  <a:pt x="2071290" y="1169187"/>
                </a:lnTo>
                <a:lnTo>
                  <a:pt x="2082006" y="1166813"/>
                </a:lnTo>
                <a:close/>
                <a:moveTo>
                  <a:pt x="1110232" y="1166813"/>
                </a:moveTo>
                <a:lnTo>
                  <a:pt x="1112219" y="1169978"/>
                </a:lnTo>
                <a:lnTo>
                  <a:pt x="1115000" y="1172747"/>
                </a:lnTo>
                <a:lnTo>
                  <a:pt x="1118179" y="1175120"/>
                </a:lnTo>
                <a:lnTo>
                  <a:pt x="1121359" y="1176702"/>
                </a:lnTo>
                <a:lnTo>
                  <a:pt x="1124935" y="1177494"/>
                </a:lnTo>
                <a:lnTo>
                  <a:pt x="1128114" y="1177494"/>
                </a:lnTo>
                <a:lnTo>
                  <a:pt x="1136062" y="1177098"/>
                </a:lnTo>
                <a:lnTo>
                  <a:pt x="1144407" y="1176702"/>
                </a:lnTo>
                <a:lnTo>
                  <a:pt x="1154342" y="1177098"/>
                </a:lnTo>
                <a:lnTo>
                  <a:pt x="1163879" y="1177889"/>
                </a:lnTo>
                <a:lnTo>
                  <a:pt x="1173019" y="1179076"/>
                </a:lnTo>
                <a:lnTo>
                  <a:pt x="1181364" y="1180658"/>
                </a:lnTo>
                <a:lnTo>
                  <a:pt x="1189709" y="1183427"/>
                </a:lnTo>
                <a:lnTo>
                  <a:pt x="1197259" y="1186196"/>
                </a:lnTo>
                <a:lnTo>
                  <a:pt x="1204810" y="1189756"/>
                </a:lnTo>
                <a:lnTo>
                  <a:pt x="1211963" y="1193317"/>
                </a:lnTo>
                <a:lnTo>
                  <a:pt x="1218718" y="1197668"/>
                </a:lnTo>
                <a:lnTo>
                  <a:pt x="1225077" y="1202810"/>
                </a:lnTo>
                <a:lnTo>
                  <a:pt x="1231037" y="1208348"/>
                </a:lnTo>
                <a:lnTo>
                  <a:pt x="1236601" y="1213886"/>
                </a:lnTo>
                <a:lnTo>
                  <a:pt x="1241767" y="1220611"/>
                </a:lnTo>
                <a:lnTo>
                  <a:pt x="1246138" y="1227731"/>
                </a:lnTo>
                <a:lnTo>
                  <a:pt x="1250907" y="1234852"/>
                </a:lnTo>
                <a:lnTo>
                  <a:pt x="1254881" y="1243554"/>
                </a:lnTo>
                <a:lnTo>
                  <a:pt x="1260444" y="1256213"/>
                </a:lnTo>
                <a:lnTo>
                  <a:pt x="1265213" y="1268476"/>
                </a:lnTo>
                <a:lnTo>
                  <a:pt x="1269584" y="1280343"/>
                </a:lnTo>
                <a:lnTo>
                  <a:pt x="1273160" y="1291814"/>
                </a:lnTo>
                <a:lnTo>
                  <a:pt x="1276339" y="1302890"/>
                </a:lnTo>
                <a:lnTo>
                  <a:pt x="1278724" y="1313175"/>
                </a:lnTo>
                <a:lnTo>
                  <a:pt x="1281108" y="1323460"/>
                </a:lnTo>
                <a:lnTo>
                  <a:pt x="1282300" y="1333350"/>
                </a:lnTo>
                <a:lnTo>
                  <a:pt x="1283492" y="1342843"/>
                </a:lnTo>
                <a:lnTo>
                  <a:pt x="1283890" y="1352337"/>
                </a:lnTo>
                <a:lnTo>
                  <a:pt x="1284287" y="1361831"/>
                </a:lnTo>
                <a:lnTo>
                  <a:pt x="1283890" y="1371325"/>
                </a:lnTo>
                <a:lnTo>
                  <a:pt x="1283492" y="1380027"/>
                </a:lnTo>
                <a:lnTo>
                  <a:pt x="1282300" y="1389126"/>
                </a:lnTo>
                <a:lnTo>
                  <a:pt x="1281506" y="1398619"/>
                </a:lnTo>
                <a:lnTo>
                  <a:pt x="1279519" y="1408113"/>
                </a:lnTo>
                <a:lnTo>
                  <a:pt x="1273558" y="1407322"/>
                </a:lnTo>
                <a:lnTo>
                  <a:pt x="1267994" y="1406926"/>
                </a:lnTo>
                <a:lnTo>
                  <a:pt x="1248920" y="1406926"/>
                </a:lnTo>
                <a:lnTo>
                  <a:pt x="1248125" y="1385961"/>
                </a:lnTo>
                <a:lnTo>
                  <a:pt x="1247728" y="1382401"/>
                </a:lnTo>
                <a:lnTo>
                  <a:pt x="1246138" y="1379632"/>
                </a:lnTo>
                <a:lnTo>
                  <a:pt x="1244946" y="1377258"/>
                </a:lnTo>
                <a:lnTo>
                  <a:pt x="1242959" y="1374489"/>
                </a:lnTo>
                <a:lnTo>
                  <a:pt x="1240575" y="1372907"/>
                </a:lnTo>
                <a:lnTo>
                  <a:pt x="1237793" y="1371325"/>
                </a:lnTo>
                <a:lnTo>
                  <a:pt x="1235011" y="1370534"/>
                </a:lnTo>
                <a:lnTo>
                  <a:pt x="1231435" y="1369742"/>
                </a:lnTo>
                <a:lnTo>
                  <a:pt x="1228653" y="1369742"/>
                </a:lnTo>
                <a:lnTo>
                  <a:pt x="1225077" y="1370929"/>
                </a:lnTo>
                <a:lnTo>
                  <a:pt x="1222692" y="1372116"/>
                </a:lnTo>
                <a:lnTo>
                  <a:pt x="1220308" y="1373698"/>
                </a:lnTo>
                <a:lnTo>
                  <a:pt x="1217526" y="1376072"/>
                </a:lnTo>
                <a:lnTo>
                  <a:pt x="1215937" y="1378841"/>
                </a:lnTo>
                <a:lnTo>
                  <a:pt x="1214745" y="1381214"/>
                </a:lnTo>
                <a:lnTo>
                  <a:pt x="1214347" y="1384774"/>
                </a:lnTo>
                <a:lnTo>
                  <a:pt x="1211963" y="1395455"/>
                </a:lnTo>
                <a:lnTo>
                  <a:pt x="1209976" y="1406926"/>
                </a:lnTo>
                <a:lnTo>
                  <a:pt x="1041881" y="1406926"/>
                </a:lnTo>
                <a:lnTo>
                  <a:pt x="1039497" y="1399015"/>
                </a:lnTo>
                <a:lnTo>
                  <a:pt x="1038305" y="1395850"/>
                </a:lnTo>
                <a:lnTo>
                  <a:pt x="1036715" y="1393477"/>
                </a:lnTo>
                <a:lnTo>
                  <a:pt x="1034728" y="1391499"/>
                </a:lnTo>
                <a:lnTo>
                  <a:pt x="1032344" y="1389126"/>
                </a:lnTo>
                <a:lnTo>
                  <a:pt x="1029960" y="1387939"/>
                </a:lnTo>
                <a:lnTo>
                  <a:pt x="1026780" y="1387148"/>
                </a:lnTo>
                <a:lnTo>
                  <a:pt x="1023601" y="1386752"/>
                </a:lnTo>
                <a:lnTo>
                  <a:pt x="1020422" y="1386752"/>
                </a:lnTo>
                <a:lnTo>
                  <a:pt x="1017243" y="1387543"/>
                </a:lnTo>
                <a:lnTo>
                  <a:pt x="1014461" y="1388730"/>
                </a:lnTo>
                <a:lnTo>
                  <a:pt x="1012077" y="1390708"/>
                </a:lnTo>
                <a:lnTo>
                  <a:pt x="1010090" y="1393081"/>
                </a:lnTo>
                <a:lnTo>
                  <a:pt x="1008103" y="1395455"/>
                </a:lnTo>
                <a:lnTo>
                  <a:pt x="1006911" y="1398224"/>
                </a:lnTo>
                <a:lnTo>
                  <a:pt x="1006116" y="1400993"/>
                </a:lnTo>
                <a:lnTo>
                  <a:pt x="1006116" y="1404553"/>
                </a:lnTo>
                <a:lnTo>
                  <a:pt x="1006116" y="1406926"/>
                </a:lnTo>
                <a:lnTo>
                  <a:pt x="980684" y="1406926"/>
                </a:lnTo>
                <a:lnTo>
                  <a:pt x="978299" y="1390708"/>
                </a:lnTo>
                <a:lnTo>
                  <a:pt x="977107" y="1382005"/>
                </a:lnTo>
                <a:lnTo>
                  <a:pt x="976710" y="1373698"/>
                </a:lnTo>
                <a:lnTo>
                  <a:pt x="976312" y="1364996"/>
                </a:lnTo>
                <a:lnTo>
                  <a:pt x="976312" y="1355897"/>
                </a:lnTo>
                <a:lnTo>
                  <a:pt x="976710" y="1346404"/>
                </a:lnTo>
                <a:lnTo>
                  <a:pt x="977504" y="1337305"/>
                </a:lnTo>
                <a:lnTo>
                  <a:pt x="978697" y="1327020"/>
                </a:lnTo>
                <a:lnTo>
                  <a:pt x="980286" y="1316736"/>
                </a:lnTo>
                <a:lnTo>
                  <a:pt x="983068" y="1305659"/>
                </a:lnTo>
                <a:lnTo>
                  <a:pt x="985850" y="1294188"/>
                </a:lnTo>
                <a:lnTo>
                  <a:pt x="989823" y="1282716"/>
                </a:lnTo>
                <a:lnTo>
                  <a:pt x="994195" y="1270453"/>
                </a:lnTo>
                <a:lnTo>
                  <a:pt x="999758" y="1257399"/>
                </a:lnTo>
                <a:lnTo>
                  <a:pt x="1005719" y="1243554"/>
                </a:lnTo>
                <a:lnTo>
                  <a:pt x="1008898" y="1237225"/>
                </a:lnTo>
                <a:lnTo>
                  <a:pt x="1012872" y="1230500"/>
                </a:lnTo>
                <a:lnTo>
                  <a:pt x="1016846" y="1224567"/>
                </a:lnTo>
                <a:lnTo>
                  <a:pt x="1021217" y="1218238"/>
                </a:lnTo>
                <a:lnTo>
                  <a:pt x="1023204" y="1215864"/>
                </a:lnTo>
                <a:lnTo>
                  <a:pt x="1024793" y="1213491"/>
                </a:lnTo>
                <a:lnTo>
                  <a:pt x="1029960" y="1208744"/>
                </a:lnTo>
                <a:lnTo>
                  <a:pt x="1034331" y="1203601"/>
                </a:lnTo>
                <a:lnTo>
                  <a:pt x="1039894" y="1198855"/>
                </a:lnTo>
                <a:lnTo>
                  <a:pt x="1045060" y="1194899"/>
                </a:lnTo>
                <a:lnTo>
                  <a:pt x="1050624" y="1190943"/>
                </a:lnTo>
                <a:lnTo>
                  <a:pt x="1055790" y="1186987"/>
                </a:lnTo>
                <a:lnTo>
                  <a:pt x="1061353" y="1184218"/>
                </a:lnTo>
                <a:lnTo>
                  <a:pt x="1066917" y="1181449"/>
                </a:lnTo>
                <a:lnTo>
                  <a:pt x="1072480" y="1178285"/>
                </a:lnTo>
                <a:lnTo>
                  <a:pt x="1078043" y="1176307"/>
                </a:lnTo>
                <a:lnTo>
                  <a:pt x="1089170" y="1171956"/>
                </a:lnTo>
                <a:lnTo>
                  <a:pt x="1099900" y="1169187"/>
                </a:lnTo>
                <a:lnTo>
                  <a:pt x="1110232" y="1166813"/>
                </a:lnTo>
                <a:close/>
                <a:moveTo>
                  <a:pt x="1601784" y="1141413"/>
                </a:moveTo>
                <a:lnTo>
                  <a:pt x="1608513" y="1141413"/>
                </a:lnTo>
                <a:lnTo>
                  <a:pt x="1616826" y="1141413"/>
                </a:lnTo>
                <a:lnTo>
                  <a:pt x="1628701" y="1141809"/>
                </a:lnTo>
                <a:lnTo>
                  <a:pt x="1639785" y="1142996"/>
                </a:lnTo>
                <a:lnTo>
                  <a:pt x="1644139" y="1143392"/>
                </a:lnTo>
                <a:lnTo>
                  <a:pt x="1656410" y="1145766"/>
                </a:lnTo>
                <a:lnTo>
                  <a:pt x="1668285" y="1149327"/>
                </a:lnTo>
                <a:lnTo>
                  <a:pt x="1673431" y="1150910"/>
                </a:lnTo>
                <a:lnTo>
                  <a:pt x="1682140" y="1154075"/>
                </a:lnTo>
                <a:lnTo>
                  <a:pt x="1690453" y="1157241"/>
                </a:lnTo>
                <a:lnTo>
                  <a:pt x="1694807" y="1158823"/>
                </a:lnTo>
                <a:lnTo>
                  <a:pt x="1703516" y="1163572"/>
                </a:lnTo>
                <a:lnTo>
                  <a:pt x="1711828" y="1167924"/>
                </a:lnTo>
                <a:lnTo>
                  <a:pt x="1714995" y="1169903"/>
                </a:lnTo>
                <a:lnTo>
                  <a:pt x="1726079" y="1177421"/>
                </a:lnTo>
                <a:lnTo>
                  <a:pt x="1729245" y="1179399"/>
                </a:lnTo>
                <a:lnTo>
                  <a:pt x="1739142" y="1186918"/>
                </a:lnTo>
                <a:lnTo>
                  <a:pt x="1740329" y="1188105"/>
                </a:lnTo>
                <a:lnTo>
                  <a:pt x="1745475" y="1192853"/>
                </a:lnTo>
                <a:lnTo>
                  <a:pt x="1747058" y="1194436"/>
                </a:lnTo>
                <a:lnTo>
                  <a:pt x="1748642" y="1196018"/>
                </a:lnTo>
                <a:lnTo>
                  <a:pt x="1743100" y="1240732"/>
                </a:lnTo>
                <a:lnTo>
                  <a:pt x="1739142" y="1274761"/>
                </a:lnTo>
                <a:lnTo>
                  <a:pt x="1736766" y="1296128"/>
                </a:lnTo>
                <a:lnTo>
                  <a:pt x="1738746" y="1294150"/>
                </a:lnTo>
                <a:lnTo>
                  <a:pt x="1739537" y="1293358"/>
                </a:lnTo>
                <a:lnTo>
                  <a:pt x="1740725" y="1293358"/>
                </a:lnTo>
                <a:lnTo>
                  <a:pt x="1741912" y="1293754"/>
                </a:lnTo>
                <a:lnTo>
                  <a:pt x="1743100" y="1294150"/>
                </a:lnTo>
                <a:lnTo>
                  <a:pt x="1744288" y="1295733"/>
                </a:lnTo>
                <a:lnTo>
                  <a:pt x="1745079" y="1297315"/>
                </a:lnTo>
                <a:lnTo>
                  <a:pt x="1747454" y="1301668"/>
                </a:lnTo>
                <a:lnTo>
                  <a:pt x="1749038" y="1307603"/>
                </a:lnTo>
                <a:lnTo>
                  <a:pt x="1750621" y="1315121"/>
                </a:lnTo>
                <a:lnTo>
                  <a:pt x="1751809" y="1323827"/>
                </a:lnTo>
                <a:lnTo>
                  <a:pt x="1752204" y="1332928"/>
                </a:lnTo>
                <a:lnTo>
                  <a:pt x="1752600" y="1343216"/>
                </a:lnTo>
                <a:lnTo>
                  <a:pt x="1752204" y="1352712"/>
                </a:lnTo>
                <a:lnTo>
                  <a:pt x="1751809" y="1361813"/>
                </a:lnTo>
                <a:lnTo>
                  <a:pt x="1750621" y="1370518"/>
                </a:lnTo>
                <a:lnTo>
                  <a:pt x="1749038" y="1378036"/>
                </a:lnTo>
                <a:lnTo>
                  <a:pt x="1747454" y="1383972"/>
                </a:lnTo>
                <a:lnTo>
                  <a:pt x="1745079" y="1388324"/>
                </a:lnTo>
                <a:lnTo>
                  <a:pt x="1744288" y="1390303"/>
                </a:lnTo>
                <a:lnTo>
                  <a:pt x="1743100" y="1391490"/>
                </a:lnTo>
                <a:lnTo>
                  <a:pt x="1741912" y="1391886"/>
                </a:lnTo>
                <a:lnTo>
                  <a:pt x="1740725" y="1392281"/>
                </a:lnTo>
                <a:lnTo>
                  <a:pt x="1739142" y="1391886"/>
                </a:lnTo>
                <a:lnTo>
                  <a:pt x="1737954" y="1391094"/>
                </a:lnTo>
                <a:lnTo>
                  <a:pt x="1736766" y="1389511"/>
                </a:lnTo>
                <a:lnTo>
                  <a:pt x="1735975" y="1387929"/>
                </a:lnTo>
                <a:lnTo>
                  <a:pt x="1733996" y="1382785"/>
                </a:lnTo>
                <a:lnTo>
                  <a:pt x="1731620" y="1376849"/>
                </a:lnTo>
                <a:lnTo>
                  <a:pt x="1730829" y="1384367"/>
                </a:lnTo>
                <a:lnTo>
                  <a:pt x="1729641" y="1391886"/>
                </a:lnTo>
                <a:lnTo>
                  <a:pt x="1725683" y="1406526"/>
                </a:lnTo>
                <a:lnTo>
                  <a:pt x="1475905" y="1406526"/>
                </a:lnTo>
                <a:lnTo>
                  <a:pt x="1471551" y="1394260"/>
                </a:lnTo>
                <a:lnTo>
                  <a:pt x="1469968" y="1388324"/>
                </a:lnTo>
                <a:lnTo>
                  <a:pt x="1467592" y="1381993"/>
                </a:lnTo>
                <a:lnTo>
                  <a:pt x="1466009" y="1387137"/>
                </a:lnTo>
                <a:lnTo>
                  <a:pt x="1464426" y="1391490"/>
                </a:lnTo>
                <a:lnTo>
                  <a:pt x="1463238" y="1392677"/>
                </a:lnTo>
                <a:lnTo>
                  <a:pt x="1462051" y="1393864"/>
                </a:lnTo>
                <a:lnTo>
                  <a:pt x="1460863" y="1394260"/>
                </a:lnTo>
                <a:lnTo>
                  <a:pt x="1459676" y="1394655"/>
                </a:lnTo>
                <a:lnTo>
                  <a:pt x="1458884" y="1394260"/>
                </a:lnTo>
                <a:lnTo>
                  <a:pt x="1457696" y="1393468"/>
                </a:lnTo>
                <a:lnTo>
                  <a:pt x="1456509" y="1392281"/>
                </a:lnTo>
                <a:lnTo>
                  <a:pt x="1454925" y="1391094"/>
                </a:lnTo>
                <a:lnTo>
                  <a:pt x="1452946" y="1386346"/>
                </a:lnTo>
                <a:lnTo>
                  <a:pt x="1451363" y="1380015"/>
                </a:lnTo>
                <a:lnTo>
                  <a:pt x="1450175" y="1372892"/>
                </a:lnTo>
                <a:lnTo>
                  <a:pt x="1448592" y="1364583"/>
                </a:lnTo>
                <a:lnTo>
                  <a:pt x="1447800" y="1355086"/>
                </a:lnTo>
                <a:lnTo>
                  <a:pt x="1447800" y="1345194"/>
                </a:lnTo>
                <a:lnTo>
                  <a:pt x="1447800" y="1334906"/>
                </a:lnTo>
                <a:lnTo>
                  <a:pt x="1448592" y="1325805"/>
                </a:lnTo>
                <a:lnTo>
                  <a:pt x="1450175" y="1317496"/>
                </a:lnTo>
                <a:lnTo>
                  <a:pt x="1451363" y="1310373"/>
                </a:lnTo>
                <a:lnTo>
                  <a:pt x="1452946" y="1304438"/>
                </a:lnTo>
                <a:lnTo>
                  <a:pt x="1454925" y="1299689"/>
                </a:lnTo>
                <a:lnTo>
                  <a:pt x="1456509" y="1298107"/>
                </a:lnTo>
                <a:lnTo>
                  <a:pt x="1457696" y="1296920"/>
                </a:lnTo>
                <a:lnTo>
                  <a:pt x="1458884" y="1296128"/>
                </a:lnTo>
                <a:lnTo>
                  <a:pt x="1459676" y="1296128"/>
                </a:lnTo>
                <a:lnTo>
                  <a:pt x="1460467" y="1296128"/>
                </a:lnTo>
                <a:lnTo>
                  <a:pt x="1461259" y="1296524"/>
                </a:lnTo>
                <a:lnTo>
                  <a:pt x="1462051" y="1283466"/>
                </a:lnTo>
                <a:lnTo>
                  <a:pt x="1462446" y="1277531"/>
                </a:lnTo>
                <a:lnTo>
                  <a:pt x="1464030" y="1271991"/>
                </a:lnTo>
                <a:lnTo>
                  <a:pt x="1462051" y="1258142"/>
                </a:lnTo>
                <a:lnTo>
                  <a:pt x="1460071" y="1245480"/>
                </a:lnTo>
                <a:lnTo>
                  <a:pt x="1456905" y="1223717"/>
                </a:lnTo>
                <a:lnTo>
                  <a:pt x="1453738" y="1208681"/>
                </a:lnTo>
                <a:lnTo>
                  <a:pt x="1452550" y="1203537"/>
                </a:lnTo>
                <a:lnTo>
                  <a:pt x="1458488" y="1199975"/>
                </a:lnTo>
                <a:lnTo>
                  <a:pt x="1465217" y="1196018"/>
                </a:lnTo>
                <a:lnTo>
                  <a:pt x="1471551" y="1191270"/>
                </a:lnTo>
                <a:lnTo>
                  <a:pt x="1477884" y="1186522"/>
                </a:lnTo>
                <a:lnTo>
                  <a:pt x="1489760" y="1177421"/>
                </a:lnTo>
                <a:lnTo>
                  <a:pt x="1495302" y="1173464"/>
                </a:lnTo>
                <a:lnTo>
                  <a:pt x="1500843" y="1170299"/>
                </a:lnTo>
                <a:lnTo>
                  <a:pt x="1515490" y="1163176"/>
                </a:lnTo>
                <a:lnTo>
                  <a:pt x="1530136" y="1157241"/>
                </a:lnTo>
                <a:lnTo>
                  <a:pt x="1539636" y="1154075"/>
                </a:lnTo>
                <a:lnTo>
                  <a:pt x="1548741" y="1150910"/>
                </a:lnTo>
                <a:lnTo>
                  <a:pt x="1558241" y="1148536"/>
                </a:lnTo>
                <a:lnTo>
                  <a:pt x="1568533" y="1145766"/>
                </a:lnTo>
                <a:lnTo>
                  <a:pt x="1576450" y="1144183"/>
                </a:lnTo>
                <a:lnTo>
                  <a:pt x="1583971" y="1142996"/>
                </a:lnTo>
                <a:lnTo>
                  <a:pt x="1594658" y="1142204"/>
                </a:lnTo>
                <a:lnTo>
                  <a:pt x="1601784" y="1141413"/>
                </a:lnTo>
                <a:close/>
                <a:moveTo>
                  <a:pt x="1832358" y="1052513"/>
                </a:moveTo>
                <a:lnTo>
                  <a:pt x="1843104" y="1052513"/>
                </a:lnTo>
                <a:lnTo>
                  <a:pt x="1847083" y="1052911"/>
                </a:lnTo>
                <a:lnTo>
                  <a:pt x="1839522" y="1055300"/>
                </a:lnTo>
                <a:lnTo>
                  <a:pt x="1831960" y="1058882"/>
                </a:lnTo>
                <a:lnTo>
                  <a:pt x="1825194" y="1062067"/>
                </a:lnTo>
                <a:lnTo>
                  <a:pt x="1818428" y="1065650"/>
                </a:lnTo>
                <a:lnTo>
                  <a:pt x="1820418" y="1066446"/>
                </a:lnTo>
                <a:lnTo>
                  <a:pt x="1828776" y="1066048"/>
                </a:lnTo>
                <a:lnTo>
                  <a:pt x="1837532" y="1065650"/>
                </a:lnTo>
                <a:lnTo>
                  <a:pt x="1846685" y="1066048"/>
                </a:lnTo>
                <a:lnTo>
                  <a:pt x="1856237" y="1066446"/>
                </a:lnTo>
                <a:lnTo>
                  <a:pt x="1865789" y="1067640"/>
                </a:lnTo>
                <a:lnTo>
                  <a:pt x="1876137" y="1069631"/>
                </a:lnTo>
                <a:lnTo>
                  <a:pt x="1885688" y="1072417"/>
                </a:lnTo>
                <a:lnTo>
                  <a:pt x="1895638" y="1075602"/>
                </a:lnTo>
                <a:lnTo>
                  <a:pt x="1905588" y="1079981"/>
                </a:lnTo>
                <a:lnTo>
                  <a:pt x="1910761" y="1082369"/>
                </a:lnTo>
                <a:lnTo>
                  <a:pt x="1915139" y="1085156"/>
                </a:lnTo>
                <a:lnTo>
                  <a:pt x="1919915" y="1088340"/>
                </a:lnTo>
                <a:lnTo>
                  <a:pt x="1924691" y="1091525"/>
                </a:lnTo>
                <a:lnTo>
                  <a:pt x="1929069" y="1095506"/>
                </a:lnTo>
                <a:lnTo>
                  <a:pt x="1933845" y="1099487"/>
                </a:lnTo>
                <a:lnTo>
                  <a:pt x="1938223" y="1103468"/>
                </a:lnTo>
                <a:lnTo>
                  <a:pt x="1942202" y="1108245"/>
                </a:lnTo>
                <a:lnTo>
                  <a:pt x="1946580" y="1112623"/>
                </a:lnTo>
                <a:lnTo>
                  <a:pt x="1950162" y="1118197"/>
                </a:lnTo>
                <a:lnTo>
                  <a:pt x="1954142" y="1123770"/>
                </a:lnTo>
                <a:lnTo>
                  <a:pt x="1957724" y="1129741"/>
                </a:lnTo>
                <a:lnTo>
                  <a:pt x="1960908" y="1136110"/>
                </a:lnTo>
                <a:lnTo>
                  <a:pt x="1964490" y="1142878"/>
                </a:lnTo>
                <a:lnTo>
                  <a:pt x="1968868" y="1152830"/>
                </a:lnTo>
                <a:lnTo>
                  <a:pt x="1972847" y="1163180"/>
                </a:lnTo>
                <a:lnTo>
                  <a:pt x="1979613" y="1182288"/>
                </a:lnTo>
                <a:lnTo>
                  <a:pt x="1975633" y="1185871"/>
                </a:lnTo>
                <a:lnTo>
                  <a:pt x="1972051" y="1190249"/>
                </a:lnTo>
                <a:lnTo>
                  <a:pt x="1967674" y="1192638"/>
                </a:lnTo>
                <a:lnTo>
                  <a:pt x="1965684" y="1193832"/>
                </a:lnTo>
                <a:lnTo>
                  <a:pt x="1963694" y="1195823"/>
                </a:lnTo>
                <a:lnTo>
                  <a:pt x="1962102" y="1197415"/>
                </a:lnTo>
                <a:lnTo>
                  <a:pt x="1961306" y="1199007"/>
                </a:lnTo>
                <a:lnTo>
                  <a:pt x="1960112" y="1201396"/>
                </a:lnTo>
                <a:lnTo>
                  <a:pt x="1959316" y="1202988"/>
                </a:lnTo>
                <a:lnTo>
                  <a:pt x="1958918" y="1205377"/>
                </a:lnTo>
                <a:lnTo>
                  <a:pt x="1958918" y="1207367"/>
                </a:lnTo>
                <a:lnTo>
                  <a:pt x="1952152" y="1218115"/>
                </a:lnTo>
                <a:lnTo>
                  <a:pt x="1946580" y="1229262"/>
                </a:lnTo>
                <a:lnTo>
                  <a:pt x="1941008" y="1240806"/>
                </a:lnTo>
                <a:lnTo>
                  <a:pt x="1936233" y="1252350"/>
                </a:lnTo>
                <a:lnTo>
                  <a:pt x="1932253" y="1263895"/>
                </a:lnTo>
                <a:lnTo>
                  <a:pt x="1928273" y="1274245"/>
                </a:lnTo>
                <a:lnTo>
                  <a:pt x="1925089" y="1284993"/>
                </a:lnTo>
                <a:lnTo>
                  <a:pt x="1921905" y="1294945"/>
                </a:lnTo>
                <a:lnTo>
                  <a:pt x="1919915" y="1304897"/>
                </a:lnTo>
                <a:lnTo>
                  <a:pt x="1917925" y="1314451"/>
                </a:lnTo>
                <a:lnTo>
                  <a:pt x="1784997" y="1314451"/>
                </a:lnTo>
                <a:lnTo>
                  <a:pt x="1783007" y="1303305"/>
                </a:lnTo>
                <a:lnTo>
                  <a:pt x="1780222" y="1293353"/>
                </a:lnTo>
                <a:lnTo>
                  <a:pt x="1778630" y="1288974"/>
                </a:lnTo>
                <a:lnTo>
                  <a:pt x="1777038" y="1284993"/>
                </a:lnTo>
                <a:lnTo>
                  <a:pt x="1775446" y="1281410"/>
                </a:lnTo>
                <a:lnTo>
                  <a:pt x="1773058" y="1278226"/>
                </a:lnTo>
                <a:lnTo>
                  <a:pt x="1782609" y="1200202"/>
                </a:lnTo>
                <a:lnTo>
                  <a:pt x="1783007" y="1196619"/>
                </a:lnTo>
                <a:lnTo>
                  <a:pt x="1783007" y="1192638"/>
                </a:lnTo>
                <a:lnTo>
                  <a:pt x="1782211" y="1189453"/>
                </a:lnTo>
                <a:lnTo>
                  <a:pt x="1781416" y="1185472"/>
                </a:lnTo>
                <a:lnTo>
                  <a:pt x="1779824" y="1182288"/>
                </a:lnTo>
                <a:lnTo>
                  <a:pt x="1778232" y="1178705"/>
                </a:lnTo>
                <a:lnTo>
                  <a:pt x="1776242" y="1175919"/>
                </a:lnTo>
                <a:lnTo>
                  <a:pt x="1774252" y="1172734"/>
                </a:lnTo>
                <a:lnTo>
                  <a:pt x="1767884" y="1166763"/>
                </a:lnTo>
                <a:lnTo>
                  <a:pt x="1761516" y="1161588"/>
                </a:lnTo>
                <a:lnTo>
                  <a:pt x="1752362" y="1154422"/>
                </a:lnTo>
                <a:lnTo>
                  <a:pt x="1741219" y="1146460"/>
                </a:lnTo>
                <a:lnTo>
                  <a:pt x="1734851" y="1142480"/>
                </a:lnTo>
                <a:lnTo>
                  <a:pt x="1728085" y="1138101"/>
                </a:lnTo>
                <a:lnTo>
                  <a:pt x="1720921" y="1134518"/>
                </a:lnTo>
                <a:lnTo>
                  <a:pt x="1712564" y="1130139"/>
                </a:lnTo>
                <a:lnTo>
                  <a:pt x="1704206" y="1126158"/>
                </a:lnTo>
                <a:lnTo>
                  <a:pt x="1695450" y="1122576"/>
                </a:lnTo>
                <a:lnTo>
                  <a:pt x="1698236" y="1118197"/>
                </a:lnTo>
                <a:lnTo>
                  <a:pt x="1701420" y="1114216"/>
                </a:lnTo>
                <a:lnTo>
                  <a:pt x="1697440" y="1114614"/>
                </a:lnTo>
                <a:lnTo>
                  <a:pt x="1701420" y="1111827"/>
                </a:lnTo>
                <a:lnTo>
                  <a:pt x="1705002" y="1109041"/>
                </a:lnTo>
                <a:lnTo>
                  <a:pt x="1710176" y="1103069"/>
                </a:lnTo>
                <a:lnTo>
                  <a:pt x="1715748" y="1097894"/>
                </a:lnTo>
                <a:lnTo>
                  <a:pt x="1721319" y="1093117"/>
                </a:lnTo>
                <a:lnTo>
                  <a:pt x="1726891" y="1088340"/>
                </a:lnTo>
                <a:lnTo>
                  <a:pt x="1732463" y="1083962"/>
                </a:lnTo>
                <a:lnTo>
                  <a:pt x="1738035" y="1080379"/>
                </a:lnTo>
                <a:lnTo>
                  <a:pt x="1744005" y="1076398"/>
                </a:lnTo>
                <a:lnTo>
                  <a:pt x="1749975" y="1073611"/>
                </a:lnTo>
                <a:lnTo>
                  <a:pt x="1755944" y="1070427"/>
                </a:lnTo>
                <a:lnTo>
                  <a:pt x="1761914" y="1067640"/>
                </a:lnTo>
                <a:lnTo>
                  <a:pt x="1773456" y="1063261"/>
                </a:lnTo>
                <a:lnTo>
                  <a:pt x="1784997" y="1059679"/>
                </a:lnTo>
                <a:lnTo>
                  <a:pt x="1796539" y="1056892"/>
                </a:lnTo>
                <a:lnTo>
                  <a:pt x="1806489" y="1054902"/>
                </a:lnTo>
                <a:lnTo>
                  <a:pt x="1816438" y="1053707"/>
                </a:lnTo>
                <a:lnTo>
                  <a:pt x="1824796" y="1052911"/>
                </a:lnTo>
                <a:lnTo>
                  <a:pt x="1832358" y="1052513"/>
                </a:lnTo>
                <a:close/>
                <a:moveTo>
                  <a:pt x="861259" y="1052513"/>
                </a:moveTo>
                <a:lnTo>
                  <a:pt x="871603" y="1052513"/>
                </a:lnTo>
                <a:lnTo>
                  <a:pt x="875581" y="1052911"/>
                </a:lnTo>
                <a:lnTo>
                  <a:pt x="868022" y="1055295"/>
                </a:lnTo>
                <a:lnTo>
                  <a:pt x="860861" y="1058873"/>
                </a:lnTo>
                <a:lnTo>
                  <a:pt x="854098" y="1062053"/>
                </a:lnTo>
                <a:lnTo>
                  <a:pt x="847335" y="1065630"/>
                </a:lnTo>
                <a:lnTo>
                  <a:pt x="849324" y="1066425"/>
                </a:lnTo>
                <a:lnTo>
                  <a:pt x="857281" y="1066027"/>
                </a:lnTo>
                <a:lnTo>
                  <a:pt x="866033" y="1065630"/>
                </a:lnTo>
                <a:lnTo>
                  <a:pt x="875183" y="1066027"/>
                </a:lnTo>
                <a:lnTo>
                  <a:pt x="884732" y="1066425"/>
                </a:lnTo>
                <a:lnTo>
                  <a:pt x="894678" y="1067617"/>
                </a:lnTo>
                <a:lnTo>
                  <a:pt x="904624" y="1069605"/>
                </a:lnTo>
                <a:lnTo>
                  <a:pt x="914172" y="1072387"/>
                </a:lnTo>
                <a:lnTo>
                  <a:pt x="924516" y="1075567"/>
                </a:lnTo>
                <a:lnTo>
                  <a:pt x="934064" y="1079939"/>
                </a:lnTo>
                <a:lnTo>
                  <a:pt x="939236" y="1082324"/>
                </a:lnTo>
                <a:lnTo>
                  <a:pt x="944010" y="1085106"/>
                </a:lnTo>
                <a:lnTo>
                  <a:pt x="948784" y="1088286"/>
                </a:lnTo>
                <a:lnTo>
                  <a:pt x="953160" y="1091466"/>
                </a:lnTo>
                <a:lnTo>
                  <a:pt x="957934" y="1095441"/>
                </a:lnTo>
                <a:lnTo>
                  <a:pt x="962708" y="1099415"/>
                </a:lnTo>
                <a:lnTo>
                  <a:pt x="966687" y="1103390"/>
                </a:lnTo>
                <a:lnTo>
                  <a:pt x="971063" y="1108160"/>
                </a:lnTo>
                <a:lnTo>
                  <a:pt x="974644" y="1112532"/>
                </a:lnTo>
                <a:lnTo>
                  <a:pt x="979020" y="1118097"/>
                </a:lnTo>
                <a:lnTo>
                  <a:pt x="982998" y="1123662"/>
                </a:lnTo>
                <a:lnTo>
                  <a:pt x="986181" y="1129624"/>
                </a:lnTo>
                <a:lnTo>
                  <a:pt x="989762" y="1135983"/>
                </a:lnTo>
                <a:lnTo>
                  <a:pt x="992944" y="1142741"/>
                </a:lnTo>
                <a:lnTo>
                  <a:pt x="997321" y="1152678"/>
                </a:lnTo>
                <a:lnTo>
                  <a:pt x="1001299" y="1163012"/>
                </a:lnTo>
                <a:lnTo>
                  <a:pt x="1008062" y="1182091"/>
                </a:lnTo>
                <a:lnTo>
                  <a:pt x="1004482" y="1185668"/>
                </a:lnTo>
                <a:lnTo>
                  <a:pt x="1000105" y="1190040"/>
                </a:lnTo>
                <a:lnTo>
                  <a:pt x="996525" y="1192425"/>
                </a:lnTo>
                <a:lnTo>
                  <a:pt x="994138" y="1193618"/>
                </a:lnTo>
                <a:lnTo>
                  <a:pt x="992546" y="1195605"/>
                </a:lnTo>
                <a:lnTo>
                  <a:pt x="990955" y="1197195"/>
                </a:lnTo>
                <a:lnTo>
                  <a:pt x="989762" y="1198785"/>
                </a:lnTo>
                <a:lnTo>
                  <a:pt x="988568" y="1201170"/>
                </a:lnTo>
                <a:lnTo>
                  <a:pt x="987772" y="1202760"/>
                </a:lnTo>
                <a:lnTo>
                  <a:pt x="987375" y="1205145"/>
                </a:lnTo>
                <a:lnTo>
                  <a:pt x="987375" y="1207132"/>
                </a:lnTo>
                <a:lnTo>
                  <a:pt x="980611" y="1217864"/>
                </a:lnTo>
                <a:lnTo>
                  <a:pt x="975041" y="1228993"/>
                </a:lnTo>
                <a:lnTo>
                  <a:pt x="969870" y="1240520"/>
                </a:lnTo>
                <a:lnTo>
                  <a:pt x="965095" y="1252047"/>
                </a:lnTo>
                <a:lnTo>
                  <a:pt x="960321" y="1263574"/>
                </a:lnTo>
                <a:lnTo>
                  <a:pt x="956741" y="1273908"/>
                </a:lnTo>
                <a:lnTo>
                  <a:pt x="953558" y="1284640"/>
                </a:lnTo>
                <a:lnTo>
                  <a:pt x="950773" y="1294577"/>
                </a:lnTo>
                <a:lnTo>
                  <a:pt x="948784" y="1304514"/>
                </a:lnTo>
                <a:lnTo>
                  <a:pt x="946397" y="1314054"/>
                </a:lnTo>
                <a:lnTo>
                  <a:pt x="746283" y="1314054"/>
                </a:lnTo>
                <a:lnTo>
                  <a:pt x="745487" y="1310874"/>
                </a:lnTo>
                <a:lnTo>
                  <a:pt x="745487" y="1314054"/>
                </a:lnTo>
                <a:lnTo>
                  <a:pt x="692972" y="1314054"/>
                </a:lnTo>
                <a:lnTo>
                  <a:pt x="688994" y="1314054"/>
                </a:lnTo>
                <a:lnTo>
                  <a:pt x="685811" y="1314451"/>
                </a:lnTo>
                <a:lnTo>
                  <a:pt x="683026" y="1296565"/>
                </a:lnTo>
                <a:lnTo>
                  <a:pt x="681833" y="1287423"/>
                </a:lnTo>
                <a:lnTo>
                  <a:pt x="681435" y="1278281"/>
                </a:lnTo>
                <a:lnTo>
                  <a:pt x="681037" y="1268344"/>
                </a:lnTo>
                <a:lnTo>
                  <a:pt x="681435" y="1258804"/>
                </a:lnTo>
                <a:lnTo>
                  <a:pt x="681833" y="1249265"/>
                </a:lnTo>
                <a:lnTo>
                  <a:pt x="682628" y="1238930"/>
                </a:lnTo>
                <a:lnTo>
                  <a:pt x="684617" y="1228596"/>
                </a:lnTo>
                <a:lnTo>
                  <a:pt x="686607" y="1217466"/>
                </a:lnTo>
                <a:lnTo>
                  <a:pt x="688994" y="1205940"/>
                </a:lnTo>
                <a:lnTo>
                  <a:pt x="692176" y="1194810"/>
                </a:lnTo>
                <a:lnTo>
                  <a:pt x="696155" y="1182488"/>
                </a:lnTo>
                <a:lnTo>
                  <a:pt x="700929" y="1169769"/>
                </a:lnTo>
                <a:lnTo>
                  <a:pt x="706499" y="1156255"/>
                </a:lnTo>
                <a:lnTo>
                  <a:pt x="712466" y="1142741"/>
                </a:lnTo>
                <a:lnTo>
                  <a:pt x="716445" y="1134791"/>
                </a:lnTo>
                <a:lnTo>
                  <a:pt x="720821" y="1127636"/>
                </a:lnTo>
                <a:lnTo>
                  <a:pt x="725595" y="1120482"/>
                </a:lnTo>
                <a:lnTo>
                  <a:pt x="729971" y="1114122"/>
                </a:lnTo>
                <a:lnTo>
                  <a:pt x="726391" y="1114520"/>
                </a:lnTo>
                <a:lnTo>
                  <a:pt x="729971" y="1111737"/>
                </a:lnTo>
                <a:lnTo>
                  <a:pt x="733950" y="1108955"/>
                </a:lnTo>
                <a:lnTo>
                  <a:pt x="739122" y="1102993"/>
                </a:lnTo>
                <a:lnTo>
                  <a:pt x="744294" y="1097826"/>
                </a:lnTo>
                <a:lnTo>
                  <a:pt x="749863" y="1093056"/>
                </a:lnTo>
                <a:lnTo>
                  <a:pt x="755433" y="1088286"/>
                </a:lnTo>
                <a:lnTo>
                  <a:pt x="761401" y="1083914"/>
                </a:lnTo>
                <a:lnTo>
                  <a:pt x="766970" y="1080337"/>
                </a:lnTo>
                <a:lnTo>
                  <a:pt x="772938" y="1076362"/>
                </a:lnTo>
                <a:lnTo>
                  <a:pt x="778508" y="1073579"/>
                </a:lnTo>
                <a:lnTo>
                  <a:pt x="784475" y="1070400"/>
                </a:lnTo>
                <a:lnTo>
                  <a:pt x="790443" y="1067617"/>
                </a:lnTo>
                <a:lnTo>
                  <a:pt x="802378" y="1063245"/>
                </a:lnTo>
                <a:lnTo>
                  <a:pt x="813916" y="1059668"/>
                </a:lnTo>
                <a:lnTo>
                  <a:pt x="824658" y="1056885"/>
                </a:lnTo>
                <a:lnTo>
                  <a:pt x="835399" y="1054898"/>
                </a:lnTo>
                <a:lnTo>
                  <a:pt x="844947" y="1053705"/>
                </a:lnTo>
                <a:lnTo>
                  <a:pt x="853700" y="1052911"/>
                </a:lnTo>
                <a:lnTo>
                  <a:pt x="861259" y="1052513"/>
                </a:lnTo>
                <a:close/>
                <a:moveTo>
                  <a:pt x="1326357" y="1047750"/>
                </a:moveTo>
                <a:lnTo>
                  <a:pt x="1337469" y="1047750"/>
                </a:lnTo>
                <a:lnTo>
                  <a:pt x="1348582" y="1048148"/>
                </a:lnTo>
                <a:lnTo>
                  <a:pt x="1358901" y="1048942"/>
                </a:lnTo>
                <a:lnTo>
                  <a:pt x="1368822" y="1050532"/>
                </a:lnTo>
                <a:lnTo>
                  <a:pt x="1378347" y="1052520"/>
                </a:lnTo>
                <a:lnTo>
                  <a:pt x="1387476" y="1054904"/>
                </a:lnTo>
                <a:lnTo>
                  <a:pt x="1396604" y="1057289"/>
                </a:lnTo>
                <a:lnTo>
                  <a:pt x="1404541" y="1060469"/>
                </a:lnTo>
                <a:lnTo>
                  <a:pt x="1412479" y="1063251"/>
                </a:lnTo>
                <a:lnTo>
                  <a:pt x="1419623" y="1066828"/>
                </a:lnTo>
                <a:lnTo>
                  <a:pt x="1426766" y="1070008"/>
                </a:lnTo>
                <a:lnTo>
                  <a:pt x="1433116" y="1073983"/>
                </a:lnTo>
                <a:lnTo>
                  <a:pt x="1444626" y="1081137"/>
                </a:lnTo>
                <a:lnTo>
                  <a:pt x="1454151" y="1087894"/>
                </a:lnTo>
                <a:lnTo>
                  <a:pt x="1461691" y="1093856"/>
                </a:lnTo>
                <a:lnTo>
                  <a:pt x="1466851" y="1098228"/>
                </a:lnTo>
                <a:lnTo>
                  <a:pt x="1471613" y="1102600"/>
                </a:lnTo>
                <a:lnTo>
                  <a:pt x="1465660" y="1153079"/>
                </a:lnTo>
                <a:lnTo>
                  <a:pt x="1458913" y="1157848"/>
                </a:lnTo>
                <a:lnTo>
                  <a:pt x="1447404" y="1166195"/>
                </a:lnTo>
                <a:lnTo>
                  <a:pt x="1441848" y="1170170"/>
                </a:lnTo>
                <a:lnTo>
                  <a:pt x="1437482" y="1172555"/>
                </a:lnTo>
                <a:lnTo>
                  <a:pt x="1434704" y="1174542"/>
                </a:lnTo>
                <a:lnTo>
                  <a:pt x="1432323" y="1175734"/>
                </a:lnTo>
                <a:lnTo>
                  <a:pt x="1427560" y="1179311"/>
                </a:lnTo>
                <a:lnTo>
                  <a:pt x="1424385" y="1184081"/>
                </a:lnTo>
                <a:lnTo>
                  <a:pt x="1421210" y="1188851"/>
                </a:lnTo>
                <a:lnTo>
                  <a:pt x="1419226" y="1194018"/>
                </a:lnTo>
                <a:lnTo>
                  <a:pt x="1418035" y="1199582"/>
                </a:lnTo>
                <a:lnTo>
                  <a:pt x="1418035" y="1205544"/>
                </a:lnTo>
                <a:lnTo>
                  <a:pt x="1418432" y="1208724"/>
                </a:lnTo>
                <a:lnTo>
                  <a:pt x="1418829" y="1211506"/>
                </a:lnTo>
                <a:lnTo>
                  <a:pt x="1419623" y="1216673"/>
                </a:lnTo>
                <a:lnTo>
                  <a:pt x="1422401" y="1229392"/>
                </a:lnTo>
                <a:lnTo>
                  <a:pt x="1425576" y="1248073"/>
                </a:lnTo>
                <a:lnTo>
                  <a:pt x="1427163" y="1259202"/>
                </a:lnTo>
                <a:lnTo>
                  <a:pt x="1429148" y="1271524"/>
                </a:lnTo>
                <a:lnTo>
                  <a:pt x="1427560" y="1279076"/>
                </a:lnTo>
                <a:lnTo>
                  <a:pt x="1425973" y="1282255"/>
                </a:lnTo>
                <a:lnTo>
                  <a:pt x="1423988" y="1285832"/>
                </a:lnTo>
                <a:lnTo>
                  <a:pt x="1422401" y="1289807"/>
                </a:lnTo>
                <a:lnTo>
                  <a:pt x="1420416" y="1293782"/>
                </a:lnTo>
                <a:lnTo>
                  <a:pt x="1418035" y="1303718"/>
                </a:lnTo>
                <a:lnTo>
                  <a:pt x="1416051" y="1314450"/>
                </a:lnTo>
                <a:lnTo>
                  <a:pt x="1312863" y="1314450"/>
                </a:lnTo>
                <a:lnTo>
                  <a:pt x="1310879" y="1304911"/>
                </a:lnTo>
                <a:lnTo>
                  <a:pt x="1308894" y="1294974"/>
                </a:lnTo>
                <a:lnTo>
                  <a:pt x="1305719" y="1285038"/>
                </a:lnTo>
                <a:lnTo>
                  <a:pt x="1302544" y="1274306"/>
                </a:lnTo>
                <a:lnTo>
                  <a:pt x="1298972" y="1263972"/>
                </a:lnTo>
                <a:lnTo>
                  <a:pt x="1295004" y="1252843"/>
                </a:lnTo>
                <a:lnTo>
                  <a:pt x="1290241" y="1240919"/>
                </a:lnTo>
                <a:lnTo>
                  <a:pt x="1285082" y="1229392"/>
                </a:lnTo>
                <a:lnTo>
                  <a:pt x="1280319" y="1219456"/>
                </a:lnTo>
                <a:lnTo>
                  <a:pt x="1275160" y="1210711"/>
                </a:lnTo>
                <a:lnTo>
                  <a:pt x="1270000" y="1202365"/>
                </a:lnTo>
                <a:lnTo>
                  <a:pt x="1264047" y="1194813"/>
                </a:lnTo>
                <a:lnTo>
                  <a:pt x="1258094" y="1188056"/>
                </a:lnTo>
                <a:lnTo>
                  <a:pt x="1251744" y="1181696"/>
                </a:lnTo>
                <a:lnTo>
                  <a:pt x="1244997" y="1175734"/>
                </a:lnTo>
                <a:lnTo>
                  <a:pt x="1238250" y="1170567"/>
                </a:lnTo>
                <a:lnTo>
                  <a:pt x="1231503" y="1165400"/>
                </a:lnTo>
                <a:lnTo>
                  <a:pt x="1224757" y="1161823"/>
                </a:lnTo>
                <a:lnTo>
                  <a:pt x="1217613" y="1157848"/>
                </a:lnTo>
                <a:lnTo>
                  <a:pt x="1210469" y="1154669"/>
                </a:lnTo>
                <a:lnTo>
                  <a:pt x="1202928" y="1151886"/>
                </a:lnTo>
                <a:lnTo>
                  <a:pt x="1195785" y="1149501"/>
                </a:lnTo>
                <a:lnTo>
                  <a:pt x="1188641" y="1147912"/>
                </a:lnTo>
                <a:lnTo>
                  <a:pt x="1181497" y="1145924"/>
                </a:lnTo>
                <a:lnTo>
                  <a:pt x="1179116" y="1131218"/>
                </a:lnTo>
                <a:lnTo>
                  <a:pt x="1176735" y="1120486"/>
                </a:lnTo>
                <a:lnTo>
                  <a:pt x="1174750" y="1110152"/>
                </a:lnTo>
                <a:lnTo>
                  <a:pt x="1180703" y="1106973"/>
                </a:lnTo>
                <a:lnTo>
                  <a:pt x="1187053" y="1102998"/>
                </a:lnTo>
                <a:lnTo>
                  <a:pt x="1193800" y="1098228"/>
                </a:lnTo>
                <a:lnTo>
                  <a:pt x="1200150" y="1093856"/>
                </a:lnTo>
                <a:lnTo>
                  <a:pt x="1212453" y="1084317"/>
                </a:lnTo>
                <a:lnTo>
                  <a:pt x="1217613" y="1080342"/>
                </a:lnTo>
                <a:lnTo>
                  <a:pt x="1223169" y="1077163"/>
                </a:lnTo>
                <a:lnTo>
                  <a:pt x="1237060" y="1070406"/>
                </a:lnTo>
                <a:lnTo>
                  <a:pt x="1250950" y="1064444"/>
                </a:lnTo>
                <a:lnTo>
                  <a:pt x="1264444" y="1059674"/>
                </a:lnTo>
                <a:lnTo>
                  <a:pt x="1277541" y="1055699"/>
                </a:lnTo>
                <a:lnTo>
                  <a:pt x="1290241" y="1052520"/>
                </a:lnTo>
                <a:lnTo>
                  <a:pt x="1302941" y="1050135"/>
                </a:lnTo>
                <a:lnTo>
                  <a:pt x="1314847" y="1048545"/>
                </a:lnTo>
                <a:lnTo>
                  <a:pt x="1326357" y="1047750"/>
                </a:lnTo>
                <a:close/>
                <a:moveTo>
                  <a:pt x="525022" y="1035050"/>
                </a:moveTo>
                <a:lnTo>
                  <a:pt x="554037" y="1036676"/>
                </a:lnTo>
                <a:lnTo>
                  <a:pt x="512762" y="1068388"/>
                </a:lnTo>
                <a:lnTo>
                  <a:pt x="525022" y="1035050"/>
                </a:lnTo>
                <a:close/>
                <a:moveTo>
                  <a:pt x="174832" y="915044"/>
                </a:moveTo>
                <a:lnTo>
                  <a:pt x="50860" y="916631"/>
                </a:lnTo>
                <a:lnTo>
                  <a:pt x="57218" y="934484"/>
                </a:lnTo>
                <a:lnTo>
                  <a:pt x="174832" y="915044"/>
                </a:lnTo>
                <a:close/>
                <a:moveTo>
                  <a:pt x="403703" y="711119"/>
                </a:moveTo>
                <a:lnTo>
                  <a:pt x="403703" y="723418"/>
                </a:lnTo>
                <a:lnTo>
                  <a:pt x="512179" y="715086"/>
                </a:lnTo>
                <a:lnTo>
                  <a:pt x="403703" y="711119"/>
                </a:lnTo>
                <a:close/>
                <a:moveTo>
                  <a:pt x="773852" y="677863"/>
                </a:moveTo>
                <a:lnTo>
                  <a:pt x="777038" y="678259"/>
                </a:lnTo>
                <a:lnTo>
                  <a:pt x="778632" y="678259"/>
                </a:lnTo>
                <a:lnTo>
                  <a:pt x="779428" y="679050"/>
                </a:lnTo>
                <a:lnTo>
                  <a:pt x="780225" y="679446"/>
                </a:lnTo>
                <a:lnTo>
                  <a:pt x="780623" y="680632"/>
                </a:lnTo>
                <a:lnTo>
                  <a:pt x="780623" y="681423"/>
                </a:lnTo>
                <a:lnTo>
                  <a:pt x="780225" y="682215"/>
                </a:lnTo>
                <a:lnTo>
                  <a:pt x="779428" y="684588"/>
                </a:lnTo>
                <a:lnTo>
                  <a:pt x="777038" y="687357"/>
                </a:lnTo>
                <a:lnTo>
                  <a:pt x="774648" y="689731"/>
                </a:lnTo>
                <a:lnTo>
                  <a:pt x="771860" y="692500"/>
                </a:lnTo>
                <a:lnTo>
                  <a:pt x="767877" y="695665"/>
                </a:lnTo>
                <a:lnTo>
                  <a:pt x="763894" y="698038"/>
                </a:lnTo>
                <a:lnTo>
                  <a:pt x="760309" y="700808"/>
                </a:lnTo>
                <a:lnTo>
                  <a:pt x="755927" y="702785"/>
                </a:lnTo>
                <a:lnTo>
                  <a:pt x="752342" y="704368"/>
                </a:lnTo>
                <a:lnTo>
                  <a:pt x="748758" y="705555"/>
                </a:lnTo>
                <a:lnTo>
                  <a:pt x="745969" y="705950"/>
                </a:lnTo>
                <a:lnTo>
                  <a:pt x="742783" y="706346"/>
                </a:lnTo>
                <a:lnTo>
                  <a:pt x="740791" y="706741"/>
                </a:lnTo>
                <a:lnTo>
                  <a:pt x="738800" y="707928"/>
                </a:lnTo>
                <a:lnTo>
                  <a:pt x="737605" y="708719"/>
                </a:lnTo>
                <a:lnTo>
                  <a:pt x="736011" y="709906"/>
                </a:lnTo>
                <a:lnTo>
                  <a:pt x="735215" y="711093"/>
                </a:lnTo>
                <a:lnTo>
                  <a:pt x="734816" y="712280"/>
                </a:lnTo>
                <a:lnTo>
                  <a:pt x="734816" y="713467"/>
                </a:lnTo>
                <a:lnTo>
                  <a:pt x="735215" y="715049"/>
                </a:lnTo>
                <a:lnTo>
                  <a:pt x="736011" y="716236"/>
                </a:lnTo>
                <a:lnTo>
                  <a:pt x="738003" y="717027"/>
                </a:lnTo>
                <a:lnTo>
                  <a:pt x="739596" y="717818"/>
                </a:lnTo>
                <a:lnTo>
                  <a:pt x="741986" y="718609"/>
                </a:lnTo>
                <a:lnTo>
                  <a:pt x="745173" y="719005"/>
                </a:lnTo>
                <a:lnTo>
                  <a:pt x="748359" y="719400"/>
                </a:lnTo>
                <a:lnTo>
                  <a:pt x="752342" y="719005"/>
                </a:lnTo>
                <a:lnTo>
                  <a:pt x="760707" y="719005"/>
                </a:lnTo>
                <a:lnTo>
                  <a:pt x="763894" y="719400"/>
                </a:lnTo>
                <a:lnTo>
                  <a:pt x="767877" y="719796"/>
                </a:lnTo>
                <a:lnTo>
                  <a:pt x="770665" y="720983"/>
                </a:lnTo>
                <a:lnTo>
                  <a:pt x="773852" y="722169"/>
                </a:lnTo>
                <a:lnTo>
                  <a:pt x="776640" y="723356"/>
                </a:lnTo>
                <a:lnTo>
                  <a:pt x="779428" y="724939"/>
                </a:lnTo>
                <a:lnTo>
                  <a:pt x="781420" y="726917"/>
                </a:lnTo>
                <a:lnTo>
                  <a:pt x="783411" y="729686"/>
                </a:lnTo>
                <a:lnTo>
                  <a:pt x="785403" y="732455"/>
                </a:lnTo>
                <a:lnTo>
                  <a:pt x="786598" y="736015"/>
                </a:lnTo>
                <a:lnTo>
                  <a:pt x="787793" y="739180"/>
                </a:lnTo>
                <a:lnTo>
                  <a:pt x="788191" y="743531"/>
                </a:lnTo>
                <a:lnTo>
                  <a:pt x="788988" y="747883"/>
                </a:lnTo>
                <a:lnTo>
                  <a:pt x="788988" y="752630"/>
                </a:lnTo>
                <a:lnTo>
                  <a:pt x="788590" y="756982"/>
                </a:lnTo>
                <a:lnTo>
                  <a:pt x="787793" y="760542"/>
                </a:lnTo>
                <a:lnTo>
                  <a:pt x="786200" y="764102"/>
                </a:lnTo>
                <a:lnTo>
                  <a:pt x="783810" y="767267"/>
                </a:lnTo>
                <a:lnTo>
                  <a:pt x="781420" y="770827"/>
                </a:lnTo>
                <a:lnTo>
                  <a:pt x="778632" y="773596"/>
                </a:lnTo>
                <a:lnTo>
                  <a:pt x="775445" y="776761"/>
                </a:lnTo>
                <a:lnTo>
                  <a:pt x="771860" y="779135"/>
                </a:lnTo>
                <a:lnTo>
                  <a:pt x="767479" y="781113"/>
                </a:lnTo>
                <a:lnTo>
                  <a:pt x="763097" y="783486"/>
                </a:lnTo>
                <a:lnTo>
                  <a:pt x="753936" y="787442"/>
                </a:lnTo>
                <a:lnTo>
                  <a:pt x="744376" y="790607"/>
                </a:lnTo>
                <a:lnTo>
                  <a:pt x="734020" y="792980"/>
                </a:lnTo>
                <a:lnTo>
                  <a:pt x="724062" y="795354"/>
                </a:lnTo>
                <a:lnTo>
                  <a:pt x="714104" y="796936"/>
                </a:lnTo>
                <a:lnTo>
                  <a:pt x="704942" y="798123"/>
                </a:lnTo>
                <a:lnTo>
                  <a:pt x="696179" y="798914"/>
                </a:lnTo>
                <a:lnTo>
                  <a:pt x="684230" y="799705"/>
                </a:lnTo>
                <a:lnTo>
                  <a:pt x="679450" y="800101"/>
                </a:lnTo>
                <a:lnTo>
                  <a:pt x="682636" y="698830"/>
                </a:lnTo>
                <a:lnTo>
                  <a:pt x="683433" y="697247"/>
                </a:lnTo>
                <a:lnTo>
                  <a:pt x="683831" y="695665"/>
                </a:lnTo>
                <a:lnTo>
                  <a:pt x="684628" y="694478"/>
                </a:lnTo>
                <a:lnTo>
                  <a:pt x="685425" y="692896"/>
                </a:lnTo>
                <a:lnTo>
                  <a:pt x="688213" y="690522"/>
                </a:lnTo>
                <a:lnTo>
                  <a:pt x="692196" y="688940"/>
                </a:lnTo>
                <a:lnTo>
                  <a:pt x="696976" y="687357"/>
                </a:lnTo>
                <a:lnTo>
                  <a:pt x="701756" y="685775"/>
                </a:lnTo>
                <a:lnTo>
                  <a:pt x="707731" y="684588"/>
                </a:lnTo>
                <a:lnTo>
                  <a:pt x="714104" y="683797"/>
                </a:lnTo>
                <a:lnTo>
                  <a:pt x="727647" y="682610"/>
                </a:lnTo>
                <a:lnTo>
                  <a:pt x="741588" y="681819"/>
                </a:lnTo>
                <a:lnTo>
                  <a:pt x="755529" y="680632"/>
                </a:lnTo>
                <a:lnTo>
                  <a:pt x="762300" y="679446"/>
                </a:lnTo>
                <a:lnTo>
                  <a:pt x="768275" y="678654"/>
                </a:lnTo>
                <a:lnTo>
                  <a:pt x="773852" y="677863"/>
                </a:lnTo>
                <a:close/>
                <a:moveTo>
                  <a:pt x="425557" y="466725"/>
                </a:moveTo>
                <a:lnTo>
                  <a:pt x="429928" y="467122"/>
                </a:lnTo>
                <a:lnTo>
                  <a:pt x="434299" y="467519"/>
                </a:lnTo>
                <a:lnTo>
                  <a:pt x="438272" y="467915"/>
                </a:lnTo>
                <a:lnTo>
                  <a:pt x="442643" y="468709"/>
                </a:lnTo>
                <a:lnTo>
                  <a:pt x="446219" y="470296"/>
                </a:lnTo>
                <a:lnTo>
                  <a:pt x="453769" y="473073"/>
                </a:lnTo>
                <a:lnTo>
                  <a:pt x="461716" y="477040"/>
                </a:lnTo>
                <a:lnTo>
                  <a:pt x="468471" y="481801"/>
                </a:lnTo>
                <a:lnTo>
                  <a:pt x="475225" y="487356"/>
                </a:lnTo>
                <a:lnTo>
                  <a:pt x="481980" y="493307"/>
                </a:lnTo>
                <a:lnTo>
                  <a:pt x="487543" y="500052"/>
                </a:lnTo>
                <a:lnTo>
                  <a:pt x="493503" y="507590"/>
                </a:lnTo>
                <a:lnTo>
                  <a:pt x="499066" y="515524"/>
                </a:lnTo>
                <a:lnTo>
                  <a:pt x="504629" y="524253"/>
                </a:lnTo>
                <a:lnTo>
                  <a:pt x="509795" y="532981"/>
                </a:lnTo>
                <a:lnTo>
                  <a:pt x="514165" y="542106"/>
                </a:lnTo>
                <a:lnTo>
                  <a:pt x="518933" y="552025"/>
                </a:lnTo>
                <a:lnTo>
                  <a:pt x="523304" y="561943"/>
                </a:lnTo>
                <a:lnTo>
                  <a:pt x="526880" y="572259"/>
                </a:lnTo>
                <a:lnTo>
                  <a:pt x="530854" y="582177"/>
                </a:lnTo>
                <a:lnTo>
                  <a:pt x="534033" y="592889"/>
                </a:lnTo>
                <a:lnTo>
                  <a:pt x="540390" y="613520"/>
                </a:lnTo>
                <a:lnTo>
                  <a:pt x="545953" y="634150"/>
                </a:lnTo>
                <a:lnTo>
                  <a:pt x="550721" y="653988"/>
                </a:lnTo>
                <a:lnTo>
                  <a:pt x="554297" y="673031"/>
                </a:lnTo>
                <a:lnTo>
                  <a:pt x="557873" y="690091"/>
                </a:lnTo>
                <a:lnTo>
                  <a:pt x="559860" y="705167"/>
                </a:lnTo>
                <a:lnTo>
                  <a:pt x="592045" y="701597"/>
                </a:lnTo>
                <a:lnTo>
                  <a:pt x="621449" y="697629"/>
                </a:lnTo>
                <a:lnTo>
                  <a:pt x="647673" y="694455"/>
                </a:lnTo>
                <a:lnTo>
                  <a:pt x="669925" y="690488"/>
                </a:lnTo>
                <a:lnTo>
                  <a:pt x="669527" y="696042"/>
                </a:lnTo>
                <a:lnTo>
                  <a:pt x="669130" y="702390"/>
                </a:lnTo>
                <a:lnTo>
                  <a:pt x="668733" y="716276"/>
                </a:lnTo>
                <a:lnTo>
                  <a:pt x="668733" y="750396"/>
                </a:lnTo>
                <a:lnTo>
                  <a:pt x="669130" y="768646"/>
                </a:lnTo>
                <a:lnTo>
                  <a:pt x="668733" y="786103"/>
                </a:lnTo>
                <a:lnTo>
                  <a:pt x="667938" y="803559"/>
                </a:lnTo>
                <a:lnTo>
                  <a:pt x="667143" y="811494"/>
                </a:lnTo>
                <a:lnTo>
                  <a:pt x="666349" y="819032"/>
                </a:lnTo>
                <a:lnTo>
                  <a:pt x="645289" y="825380"/>
                </a:lnTo>
                <a:lnTo>
                  <a:pt x="620654" y="831331"/>
                </a:lnTo>
                <a:lnTo>
                  <a:pt x="593237" y="837679"/>
                </a:lnTo>
                <a:lnTo>
                  <a:pt x="563436" y="844027"/>
                </a:lnTo>
                <a:lnTo>
                  <a:pt x="561052" y="872593"/>
                </a:lnTo>
                <a:lnTo>
                  <a:pt x="558668" y="896000"/>
                </a:lnTo>
                <a:lnTo>
                  <a:pt x="557873" y="905125"/>
                </a:lnTo>
                <a:lnTo>
                  <a:pt x="557079" y="916631"/>
                </a:lnTo>
                <a:lnTo>
                  <a:pt x="556681" y="928930"/>
                </a:lnTo>
                <a:lnTo>
                  <a:pt x="556284" y="942022"/>
                </a:lnTo>
                <a:lnTo>
                  <a:pt x="556284" y="955908"/>
                </a:lnTo>
                <a:lnTo>
                  <a:pt x="556284" y="970588"/>
                </a:lnTo>
                <a:lnTo>
                  <a:pt x="557079" y="984474"/>
                </a:lnTo>
                <a:lnTo>
                  <a:pt x="558271" y="997566"/>
                </a:lnTo>
                <a:lnTo>
                  <a:pt x="558668" y="1004311"/>
                </a:lnTo>
                <a:lnTo>
                  <a:pt x="558668" y="1009469"/>
                </a:lnTo>
                <a:lnTo>
                  <a:pt x="558271" y="1014626"/>
                </a:lnTo>
                <a:lnTo>
                  <a:pt x="557079" y="1018991"/>
                </a:lnTo>
                <a:lnTo>
                  <a:pt x="555489" y="1022164"/>
                </a:lnTo>
                <a:lnTo>
                  <a:pt x="553900" y="1024942"/>
                </a:lnTo>
                <a:lnTo>
                  <a:pt x="552310" y="1026925"/>
                </a:lnTo>
                <a:lnTo>
                  <a:pt x="549926" y="1028512"/>
                </a:lnTo>
                <a:lnTo>
                  <a:pt x="547145" y="1029306"/>
                </a:lnTo>
                <a:lnTo>
                  <a:pt x="544761" y="1030099"/>
                </a:lnTo>
                <a:lnTo>
                  <a:pt x="541582" y="1030496"/>
                </a:lnTo>
                <a:lnTo>
                  <a:pt x="538801" y="1030496"/>
                </a:lnTo>
                <a:lnTo>
                  <a:pt x="532046" y="1030099"/>
                </a:lnTo>
                <a:lnTo>
                  <a:pt x="525688" y="1028909"/>
                </a:lnTo>
                <a:lnTo>
                  <a:pt x="524894" y="1028512"/>
                </a:lnTo>
                <a:lnTo>
                  <a:pt x="524099" y="1027719"/>
                </a:lnTo>
                <a:lnTo>
                  <a:pt x="522510" y="1023751"/>
                </a:lnTo>
                <a:lnTo>
                  <a:pt x="520920" y="1018594"/>
                </a:lnTo>
                <a:lnTo>
                  <a:pt x="520125" y="1011452"/>
                </a:lnTo>
                <a:lnTo>
                  <a:pt x="519331" y="1002327"/>
                </a:lnTo>
                <a:lnTo>
                  <a:pt x="518536" y="992409"/>
                </a:lnTo>
                <a:lnTo>
                  <a:pt x="517741" y="968207"/>
                </a:lnTo>
                <a:lnTo>
                  <a:pt x="517344" y="941229"/>
                </a:lnTo>
                <a:lnTo>
                  <a:pt x="516947" y="911870"/>
                </a:lnTo>
                <a:lnTo>
                  <a:pt x="516549" y="853152"/>
                </a:lnTo>
                <a:lnTo>
                  <a:pt x="513768" y="853549"/>
                </a:lnTo>
                <a:lnTo>
                  <a:pt x="513768" y="976142"/>
                </a:lnTo>
                <a:lnTo>
                  <a:pt x="508602" y="1036050"/>
                </a:lnTo>
                <a:lnTo>
                  <a:pt x="504232" y="1082469"/>
                </a:lnTo>
                <a:lnTo>
                  <a:pt x="500258" y="1124127"/>
                </a:lnTo>
                <a:lnTo>
                  <a:pt x="499861" y="1128095"/>
                </a:lnTo>
                <a:lnTo>
                  <a:pt x="497874" y="1134443"/>
                </a:lnTo>
                <a:lnTo>
                  <a:pt x="495490" y="1141187"/>
                </a:lnTo>
                <a:lnTo>
                  <a:pt x="492311" y="1147535"/>
                </a:lnTo>
                <a:lnTo>
                  <a:pt x="489530" y="1153883"/>
                </a:lnTo>
                <a:lnTo>
                  <a:pt x="485954" y="1160231"/>
                </a:lnTo>
                <a:lnTo>
                  <a:pt x="482378" y="1166579"/>
                </a:lnTo>
                <a:lnTo>
                  <a:pt x="474828" y="1178481"/>
                </a:lnTo>
                <a:lnTo>
                  <a:pt x="438670" y="1654175"/>
                </a:lnTo>
                <a:lnTo>
                  <a:pt x="342512" y="1654175"/>
                </a:lnTo>
                <a:lnTo>
                  <a:pt x="294433" y="1276080"/>
                </a:lnTo>
                <a:lnTo>
                  <a:pt x="288473" y="1276873"/>
                </a:lnTo>
                <a:lnTo>
                  <a:pt x="282115" y="1277270"/>
                </a:lnTo>
                <a:lnTo>
                  <a:pt x="281718" y="1276873"/>
                </a:lnTo>
                <a:lnTo>
                  <a:pt x="281321" y="1276873"/>
                </a:lnTo>
                <a:lnTo>
                  <a:pt x="282115" y="1275683"/>
                </a:lnTo>
                <a:lnTo>
                  <a:pt x="282115" y="1275286"/>
                </a:lnTo>
                <a:lnTo>
                  <a:pt x="281321" y="1275286"/>
                </a:lnTo>
                <a:lnTo>
                  <a:pt x="281321" y="1276873"/>
                </a:lnTo>
                <a:lnTo>
                  <a:pt x="282910" y="1650208"/>
                </a:lnTo>
                <a:lnTo>
                  <a:pt x="170859" y="1653778"/>
                </a:lnTo>
                <a:lnTo>
                  <a:pt x="119998" y="1254655"/>
                </a:lnTo>
                <a:lnTo>
                  <a:pt x="116422" y="1253069"/>
                </a:lnTo>
                <a:lnTo>
                  <a:pt x="112846" y="1251482"/>
                </a:lnTo>
                <a:lnTo>
                  <a:pt x="109667" y="1249498"/>
                </a:lnTo>
                <a:lnTo>
                  <a:pt x="106489" y="1246721"/>
                </a:lnTo>
                <a:lnTo>
                  <a:pt x="103707" y="1243943"/>
                </a:lnTo>
                <a:lnTo>
                  <a:pt x="100528" y="1240373"/>
                </a:lnTo>
                <a:lnTo>
                  <a:pt x="98144" y="1236802"/>
                </a:lnTo>
                <a:lnTo>
                  <a:pt x="96158" y="1232438"/>
                </a:lnTo>
                <a:lnTo>
                  <a:pt x="91389" y="1223710"/>
                </a:lnTo>
                <a:lnTo>
                  <a:pt x="87416" y="1214188"/>
                </a:lnTo>
                <a:lnTo>
                  <a:pt x="84237" y="1203872"/>
                </a:lnTo>
                <a:lnTo>
                  <a:pt x="81853" y="1193557"/>
                </a:lnTo>
                <a:lnTo>
                  <a:pt x="79072" y="1182845"/>
                </a:lnTo>
                <a:lnTo>
                  <a:pt x="77085" y="1172133"/>
                </a:lnTo>
                <a:lnTo>
                  <a:pt x="73906" y="1153486"/>
                </a:lnTo>
                <a:lnTo>
                  <a:pt x="71522" y="1137616"/>
                </a:lnTo>
                <a:lnTo>
                  <a:pt x="70330" y="1132062"/>
                </a:lnTo>
                <a:lnTo>
                  <a:pt x="69535" y="1128491"/>
                </a:lnTo>
                <a:lnTo>
                  <a:pt x="69138" y="1124127"/>
                </a:lnTo>
                <a:lnTo>
                  <a:pt x="63178" y="1061839"/>
                </a:lnTo>
                <a:lnTo>
                  <a:pt x="56820" y="994392"/>
                </a:lnTo>
                <a:lnTo>
                  <a:pt x="50065" y="909490"/>
                </a:lnTo>
                <a:lnTo>
                  <a:pt x="42119" y="909490"/>
                </a:lnTo>
                <a:lnTo>
                  <a:pt x="35364" y="908299"/>
                </a:lnTo>
                <a:lnTo>
                  <a:pt x="29403" y="907506"/>
                </a:lnTo>
                <a:lnTo>
                  <a:pt x="24238" y="906316"/>
                </a:lnTo>
                <a:lnTo>
                  <a:pt x="20662" y="905125"/>
                </a:lnTo>
                <a:lnTo>
                  <a:pt x="17880" y="903935"/>
                </a:lnTo>
                <a:lnTo>
                  <a:pt x="17086" y="902745"/>
                </a:lnTo>
                <a:lnTo>
                  <a:pt x="16688" y="901555"/>
                </a:lnTo>
                <a:lnTo>
                  <a:pt x="16291" y="900761"/>
                </a:lnTo>
                <a:lnTo>
                  <a:pt x="16291" y="899571"/>
                </a:lnTo>
                <a:lnTo>
                  <a:pt x="14702" y="894413"/>
                </a:lnTo>
                <a:lnTo>
                  <a:pt x="12318" y="887669"/>
                </a:lnTo>
                <a:lnTo>
                  <a:pt x="10331" y="879734"/>
                </a:lnTo>
                <a:lnTo>
                  <a:pt x="8344" y="870212"/>
                </a:lnTo>
                <a:lnTo>
                  <a:pt x="6755" y="859103"/>
                </a:lnTo>
                <a:lnTo>
                  <a:pt x="4768" y="847201"/>
                </a:lnTo>
                <a:lnTo>
                  <a:pt x="3179" y="834109"/>
                </a:lnTo>
                <a:lnTo>
                  <a:pt x="1987" y="819826"/>
                </a:lnTo>
                <a:lnTo>
                  <a:pt x="795" y="805146"/>
                </a:lnTo>
                <a:lnTo>
                  <a:pt x="397" y="789277"/>
                </a:lnTo>
                <a:lnTo>
                  <a:pt x="0" y="773010"/>
                </a:lnTo>
                <a:lnTo>
                  <a:pt x="0" y="756347"/>
                </a:lnTo>
                <a:lnTo>
                  <a:pt x="795" y="738494"/>
                </a:lnTo>
                <a:lnTo>
                  <a:pt x="1987" y="721434"/>
                </a:lnTo>
                <a:lnTo>
                  <a:pt x="3576" y="703184"/>
                </a:lnTo>
                <a:lnTo>
                  <a:pt x="5563" y="684934"/>
                </a:lnTo>
                <a:lnTo>
                  <a:pt x="9139" y="667477"/>
                </a:lnTo>
                <a:lnTo>
                  <a:pt x="12715" y="649227"/>
                </a:lnTo>
                <a:lnTo>
                  <a:pt x="17483" y="631770"/>
                </a:lnTo>
                <a:lnTo>
                  <a:pt x="22649" y="614313"/>
                </a:lnTo>
                <a:lnTo>
                  <a:pt x="25430" y="605982"/>
                </a:lnTo>
                <a:lnTo>
                  <a:pt x="29006" y="597253"/>
                </a:lnTo>
                <a:lnTo>
                  <a:pt x="32185" y="588922"/>
                </a:lnTo>
                <a:lnTo>
                  <a:pt x="36158" y="580987"/>
                </a:lnTo>
                <a:lnTo>
                  <a:pt x="40132" y="573052"/>
                </a:lnTo>
                <a:lnTo>
                  <a:pt x="44503" y="565117"/>
                </a:lnTo>
                <a:lnTo>
                  <a:pt x="48873" y="557579"/>
                </a:lnTo>
                <a:lnTo>
                  <a:pt x="53244" y="549644"/>
                </a:lnTo>
                <a:lnTo>
                  <a:pt x="58410" y="542503"/>
                </a:lnTo>
                <a:lnTo>
                  <a:pt x="63973" y="535362"/>
                </a:lnTo>
                <a:lnTo>
                  <a:pt x="69535" y="528617"/>
                </a:lnTo>
                <a:lnTo>
                  <a:pt x="75496" y="522269"/>
                </a:lnTo>
                <a:lnTo>
                  <a:pt x="81456" y="515921"/>
                </a:lnTo>
                <a:lnTo>
                  <a:pt x="87416" y="509970"/>
                </a:lnTo>
                <a:lnTo>
                  <a:pt x="94171" y="504416"/>
                </a:lnTo>
                <a:lnTo>
                  <a:pt x="101720" y="498861"/>
                </a:lnTo>
                <a:lnTo>
                  <a:pt x="108873" y="493704"/>
                </a:lnTo>
                <a:lnTo>
                  <a:pt x="116422" y="488943"/>
                </a:lnTo>
                <a:lnTo>
                  <a:pt x="124369" y="484579"/>
                </a:lnTo>
                <a:lnTo>
                  <a:pt x="132713" y="480611"/>
                </a:lnTo>
                <a:lnTo>
                  <a:pt x="141455" y="477040"/>
                </a:lnTo>
                <a:lnTo>
                  <a:pt x="150594" y="473470"/>
                </a:lnTo>
                <a:lnTo>
                  <a:pt x="159733" y="470693"/>
                </a:lnTo>
                <a:lnTo>
                  <a:pt x="169667" y="467915"/>
                </a:lnTo>
                <a:lnTo>
                  <a:pt x="172845" y="467915"/>
                </a:lnTo>
                <a:lnTo>
                  <a:pt x="179998" y="468312"/>
                </a:lnTo>
                <a:lnTo>
                  <a:pt x="200262" y="469502"/>
                </a:lnTo>
                <a:lnTo>
                  <a:pt x="231652" y="471883"/>
                </a:lnTo>
                <a:lnTo>
                  <a:pt x="312711" y="730162"/>
                </a:lnTo>
                <a:lnTo>
                  <a:pt x="329400" y="728575"/>
                </a:lnTo>
                <a:lnTo>
                  <a:pt x="327413" y="709135"/>
                </a:lnTo>
                <a:lnTo>
                  <a:pt x="322247" y="527427"/>
                </a:lnTo>
                <a:lnTo>
                  <a:pt x="315492" y="509970"/>
                </a:lnTo>
                <a:lnTo>
                  <a:pt x="329002" y="486959"/>
                </a:lnTo>
                <a:lnTo>
                  <a:pt x="359598" y="486562"/>
                </a:lnTo>
                <a:lnTo>
                  <a:pt x="371916" y="509970"/>
                </a:lnTo>
                <a:lnTo>
                  <a:pt x="366353" y="530601"/>
                </a:lnTo>
                <a:lnTo>
                  <a:pt x="393372" y="722624"/>
                </a:lnTo>
                <a:lnTo>
                  <a:pt x="402114" y="721831"/>
                </a:lnTo>
                <a:lnTo>
                  <a:pt x="397346" y="476247"/>
                </a:lnTo>
                <a:lnTo>
                  <a:pt x="403703" y="473073"/>
                </a:lnTo>
                <a:lnTo>
                  <a:pt x="408869" y="470693"/>
                </a:lnTo>
                <a:lnTo>
                  <a:pt x="411253" y="468709"/>
                </a:lnTo>
                <a:lnTo>
                  <a:pt x="412047" y="467915"/>
                </a:lnTo>
                <a:lnTo>
                  <a:pt x="416816" y="467122"/>
                </a:lnTo>
                <a:lnTo>
                  <a:pt x="421584" y="467122"/>
                </a:lnTo>
                <a:lnTo>
                  <a:pt x="425557" y="466725"/>
                </a:lnTo>
                <a:close/>
                <a:moveTo>
                  <a:pt x="2003425" y="196850"/>
                </a:moveTo>
                <a:lnTo>
                  <a:pt x="2003425" y="720725"/>
                </a:lnTo>
                <a:lnTo>
                  <a:pt x="1071562" y="720328"/>
                </a:lnTo>
                <a:lnTo>
                  <a:pt x="1251744" y="585391"/>
                </a:lnTo>
                <a:lnTo>
                  <a:pt x="1404144" y="665163"/>
                </a:lnTo>
                <a:lnTo>
                  <a:pt x="1657350" y="399256"/>
                </a:lnTo>
                <a:lnTo>
                  <a:pt x="1796653" y="458788"/>
                </a:lnTo>
                <a:lnTo>
                  <a:pt x="2003425" y="196850"/>
                </a:lnTo>
                <a:close/>
                <a:moveTo>
                  <a:pt x="140097" y="182563"/>
                </a:moveTo>
                <a:lnTo>
                  <a:pt x="138509" y="201216"/>
                </a:lnTo>
                <a:lnTo>
                  <a:pt x="137319" y="215107"/>
                </a:lnTo>
                <a:lnTo>
                  <a:pt x="137716" y="215504"/>
                </a:lnTo>
                <a:lnTo>
                  <a:pt x="138509" y="201216"/>
                </a:lnTo>
                <a:lnTo>
                  <a:pt x="139303" y="194469"/>
                </a:lnTo>
                <a:lnTo>
                  <a:pt x="140097" y="188516"/>
                </a:lnTo>
                <a:lnTo>
                  <a:pt x="140097" y="182563"/>
                </a:lnTo>
                <a:close/>
                <a:moveTo>
                  <a:pt x="164306" y="111125"/>
                </a:moveTo>
                <a:lnTo>
                  <a:pt x="162719" y="111522"/>
                </a:lnTo>
                <a:lnTo>
                  <a:pt x="161131" y="111919"/>
                </a:lnTo>
                <a:lnTo>
                  <a:pt x="159544" y="112713"/>
                </a:lnTo>
                <a:lnTo>
                  <a:pt x="158353" y="113507"/>
                </a:lnTo>
                <a:lnTo>
                  <a:pt x="155972" y="117078"/>
                </a:lnTo>
                <a:lnTo>
                  <a:pt x="153591" y="120650"/>
                </a:lnTo>
                <a:lnTo>
                  <a:pt x="158353" y="115491"/>
                </a:lnTo>
                <a:lnTo>
                  <a:pt x="161131" y="113110"/>
                </a:lnTo>
                <a:lnTo>
                  <a:pt x="164306" y="111125"/>
                </a:lnTo>
                <a:close/>
                <a:moveTo>
                  <a:pt x="988111" y="91679"/>
                </a:moveTo>
                <a:lnTo>
                  <a:pt x="984541" y="92075"/>
                </a:lnTo>
                <a:lnTo>
                  <a:pt x="980971" y="93266"/>
                </a:lnTo>
                <a:lnTo>
                  <a:pt x="977798" y="94853"/>
                </a:lnTo>
                <a:lnTo>
                  <a:pt x="975022" y="97632"/>
                </a:lnTo>
                <a:lnTo>
                  <a:pt x="972642" y="100013"/>
                </a:lnTo>
                <a:lnTo>
                  <a:pt x="971055" y="103188"/>
                </a:lnTo>
                <a:lnTo>
                  <a:pt x="970262" y="106760"/>
                </a:lnTo>
                <a:lnTo>
                  <a:pt x="969865" y="110332"/>
                </a:lnTo>
                <a:lnTo>
                  <a:pt x="969865" y="578644"/>
                </a:lnTo>
                <a:lnTo>
                  <a:pt x="1457734" y="287338"/>
                </a:lnTo>
                <a:lnTo>
                  <a:pt x="1494622" y="333375"/>
                </a:lnTo>
                <a:lnTo>
                  <a:pt x="969865" y="642938"/>
                </a:lnTo>
                <a:lnTo>
                  <a:pt x="969865" y="758032"/>
                </a:lnTo>
                <a:lnTo>
                  <a:pt x="970262" y="762001"/>
                </a:lnTo>
                <a:lnTo>
                  <a:pt x="971055" y="765176"/>
                </a:lnTo>
                <a:lnTo>
                  <a:pt x="972642" y="768747"/>
                </a:lnTo>
                <a:lnTo>
                  <a:pt x="975022" y="771129"/>
                </a:lnTo>
                <a:lnTo>
                  <a:pt x="977798" y="773510"/>
                </a:lnTo>
                <a:lnTo>
                  <a:pt x="980971" y="775494"/>
                </a:lnTo>
                <a:lnTo>
                  <a:pt x="984541" y="776685"/>
                </a:lnTo>
                <a:lnTo>
                  <a:pt x="988111" y="776685"/>
                </a:lnTo>
                <a:lnTo>
                  <a:pt x="2043178" y="776685"/>
                </a:lnTo>
                <a:lnTo>
                  <a:pt x="2047144" y="776685"/>
                </a:lnTo>
                <a:lnTo>
                  <a:pt x="2050714" y="775494"/>
                </a:lnTo>
                <a:lnTo>
                  <a:pt x="2053887" y="773510"/>
                </a:lnTo>
                <a:lnTo>
                  <a:pt x="2056663" y="771129"/>
                </a:lnTo>
                <a:lnTo>
                  <a:pt x="2059043" y="768747"/>
                </a:lnTo>
                <a:lnTo>
                  <a:pt x="2060630" y="765176"/>
                </a:lnTo>
                <a:lnTo>
                  <a:pt x="2061820" y="762001"/>
                </a:lnTo>
                <a:lnTo>
                  <a:pt x="2062216" y="758032"/>
                </a:lnTo>
                <a:lnTo>
                  <a:pt x="2062216" y="110332"/>
                </a:lnTo>
                <a:lnTo>
                  <a:pt x="2061820" y="106760"/>
                </a:lnTo>
                <a:lnTo>
                  <a:pt x="2060630" y="103188"/>
                </a:lnTo>
                <a:lnTo>
                  <a:pt x="2059043" y="100013"/>
                </a:lnTo>
                <a:lnTo>
                  <a:pt x="2056663" y="97632"/>
                </a:lnTo>
                <a:lnTo>
                  <a:pt x="2053887" y="94853"/>
                </a:lnTo>
                <a:lnTo>
                  <a:pt x="2050714" y="93266"/>
                </a:lnTo>
                <a:lnTo>
                  <a:pt x="2047144" y="92075"/>
                </a:lnTo>
                <a:lnTo>
                  <a:pt x="2043178" y="91679"/>
                </a:lnTo>
                <a:lnTo>
                  <a:pt x="988111" y="91679"/>
                </a:lnTo>
                <a:close/>
                <a:moveTo>
                  <a:pt x="273050" y="38100"/>
                </a:moveTo>
                <a:lnTo>
                  <a:pt x="286544" y="38497"/>
                </a:lnTo>
                <a:lnTo>
                  <a:pt x="299641" y="38894"/>
                </a:lnTo>
                <a:lnTo>
                  <a:pt x="312341" y="40085"/>
                </a:lnTo>
                <a:lnTo>
                  <a:pt x="323850" y="42466"/>
                </a:lnTo>
                <a:lnTo>
                  <a:pt x="335756" y="44847"/>
                </a:lnTo>
                <a:lnTo>
                  <a:pt x="347266" y="47229"/>
                </a:lnTo>
                <a:lnTo>
                  <a:pt x="357981" y="50800"/>
                </a:lnTo>
                <a:lnTo>
                  <a:pt x="368697" y="53975"/>
                </a:lnTo>
                <a:lnTo>
                  <a:pt x="378222" y="57944"/>
                </a:lnTo>
                <a:lnTo>
                  <a:pt x="387747" y="61516"/>
                </a:lnTo>
                <a:lnTo>
                  <a:pt x="396478" y="65881"/>
                </a:lnTo>
                <a:lnTo>
                  <a:pt x="404813" y="70247"/>
                </a:lnTo>
                <a:lnTo>
                  <a:pt x="412750" y="74216"/>
                </a:lnTo>
                <a:lnTo>
                  <a:pt x="419894" y="78582"/>
                </a:lnTo>
                <a:lnTo>
                  <a:pt x="432197" y="86519"/>
                </a:lnTo>
                <a:lnTo>
                  <a:pt x="442516" y="93266"/>
                </a:lnTo>
                <a:lnTo>
                  <a:pt x="449660" y="99219"/>
                </a:lnTo>
                <a:lnTo>
                  <a:pt x="455613" y="104378"/>
                </a:lnTo>
                <a:lnTo>
                  <a:pt x="454025" y="107553"/>
                </a:lnTo>
                <a:lnTo>
                  <a:pt x="451644" y="111522"/>
                </a:lnTo>
                <a:lnTo>
                  <a:pt x="448866" y="116285"/>
                </a:lnTo>
                <a:lnTo>
                  <a:pt x="444897" y="122238"/>
                </a:lnTo>
                <a:lnTo>
                  <a:pt x="440532" y="128588"/>
                </a:lnTo>
                <a:lnTo>
                  <a:pt x="434578" y="134938"/>
                </a:lnTo>
                <a:lnTo>
                  <a:pt x="427832" y="141288"/>
                </a:lnTo>
                <a:lnTo>
                  <a:pt x="423863" y="144066"/>
                </a:lnTo>
                <a:lnTo>
                  <a:pt x="420291" y="146844"/>
                </a:lnTo>
                <a:lnTo>
                  <a:pt x="415925" y="149225"/>
                </a:lnTo>
                <a:lnTo>
                  <a:pt x="411163" y="151607"/>
                </a:lnTo>
                <a:lnTo>
                  <a:pt x="406797" y="153591"/>
                </a:lnTo>
                <a:lnTo>
                  <a:pt x="401638" y="155179"/>
                </a:lnTo>
                <a:lnTo>
                  <a:pt x="396082" y="156369"/>
                </a:lnTo>
                <a:lnTo>
                  <a:pt x="390525" y="157560"/>
                </a:lnTo>
                <a:lnTo>
                  <a:pt x="384572" y="157957"/>
                </a:lnTo>
                <a:lnTo>
                  <a:pt x="379016" y="157957"/>
                </a:lnTo>
                <a:lnTo>
                  <a:pt x="372666" y="157560"/>
                </a:lnTo>
                <a:lnTo>
                  <a:pt x="365919" y="155973"/>
                </a:lnTo>
                <a:lnTo>
                  <a:pt x="358775" y="154385"/>
                </a:lnTo>
                <a:lnTo>
                  <a:pt x="351235" y="152003"/>
                </a:lnTo>
                <a:lnTo>
                  <a:pt x="343694" y="148828"/>
                </a:lnTo>
                <a:lnTo>
                  <a:pt x="335756" y="145257"/>
                </a:lnTo>
                <a:lnTo>
                  <a:pt x="327025" y="140891"/>
                </a:lnTo>
                <a:lnTo>
                  <a:pt x="317103" y="136525"/>
                </a:lnTo>
                <a:lnTo>
                  <a:pt x="355203" y="155179"/>
                </a:lnTo>
                <a:lnTo>
                  <a:pt x="373063" y="163116"/>
                </a:lnTo>
                <a:lnTo>
                  <a:pt x="381397" y="166688"/>
                </a:lnTo>
                <a:lnTo>
                  <a:pt x="389335" y="169466"/>
                </a:lnTo>
                <a:lnTo>
                  <a:pt x="397272" y="172244"/>
                </a:lnTo>
                <a:lnTo>
                  <a:pt x="404813" y="173832"/>
                </a:lnTo>
                <a:lnTo>
                  <a:pt x="411957" y="175023"/>
                </a:lnTo>
                <a:lnTo>
                  <a:pt x="418703" y="175419"/>
                </a:lnTo>
                <a:lnTo>
                  <a:pt x="425053" y="175023"/>
                </a:lnTo>
                <a:lnTo>
                  <a:pt x="428228" y="174625"/>
                </a:lnTo>
                <a:lnTo>
                  <a:pt x="431007" y="173832"/>
                </a:lnTo>
                <a:lnTo>
                  <a:pt x="434182" y="173038"/>
                </a:lnTo>
                <a:lnTo>
                  <a:pt x="436563" y="171847"/>
                </a:lnTo>
                <a:lnTo>
                  <a:pt x="438944" y="169863"/>
                </a:lnTo>
                <a:lnTo>
                  <a:pt x="441722" y="168276"/>
                </a:lnTo>
                <a:lnTo>
                  <a:pt x="442913" y="180976"/>
                </a:lnTo>
                <a:lnTo>
                  <a:pt x="443310" y="192882"/>
                </a:lnTo>
                <a:lnTo>
                  <a:pt x="443310" y="203994"/>
                </a:lnTo>
                <a:lnTo>
                  <a:pt x="442913" y="215107"/>
                </a:lnTo>
                <a:lnTo>
                  <a:pt x="444500" y="213122"/>
                </a:lnTo>
                <a:lnTo>
                  <a:pt x="445691" y="212328"/>
                </a:lnTo>
                <a:lnTo>
                  <a:pt x="446882" y="212328"/>
                </a:lnTo>
                <a:lnTo>
                  <a:pt x="447675" y="212726"/>
                </a:lnTo>
                <a:lnTo>
                  <a:pt x="448072" y="213519"/>
                </a:lnTo>
                <a:lnTo>
                  <a:pt x="448866" y="216297"/>
                </a:lnTo>
                <a:lnTo>
                  <a:pt x="448866" y="221457"/>
                </a:lnTo>
                <a:lnTo>
                  <a:pt x="448866" y="228204"/>
                </a:lnTo>
                <a:lnTo>
                  <a:pt x="447675" y="244079"/>
                </a:lnTo>
                <a:lnTo>
                  <a:pt x="445294" y="262335"/>
                </a:lnTo>
                <a:lnTo>
                  <a:pt x="443310" y="279797"/>
                </a:lnTo>
                <a:lnTo>
                  <a:pt x="440928" y="294482"/>
                </a:lnTo>
                <a:lnTo>
                  <a:pt x="439738" y="300038"/>
                </a:lnTo>
                <a:lnTo>
                  <a:pt x="438547" y="303213"/>
                </a:lnTo>
                <a:lnTo>
                  <a:pt x="437753" y="304800"/>
                </a:lnTo>
                <a:lnTo>
                  <a:pt x="437357" y="304800"/>
                </a:lnTo>
                <a:lnTo>
                  <a:pt x="436960" y="304007"/>
                </a:lnTo>
                <a:lnTo>
                  <a:pt x="435769" y="313929"/>
                </a:lnTo>
                <a:lnTo>
                  <a:pt x="434182" y="323057"/>
                </a:lnTo>
                <a:lnTo>
                  <a:pt x="432197" y="332185"/>
                </a:lnTo>
                <a:lnTo>
                  <a:pt x="429816" y="341313"/>
                </a:lnTo>
                <a:lnTo>
                  <a:pt x="427435" y="349647"/>
                </a:lnTo>
                <a:lnTo>
                  <a:pt x="424260" y="357982"/>
                </a:lnTo>
                <a:lnTo>
                  <a:pt x="421482" y="365919"/>
                </a:lnTo>
                <a:lnTo>
                  <a:pt x="417513" y="373460"/>
                </a:lnTo>
                <a:lnTo>
                  <a:pt x="413941" y="381397"/>
                </a:lnTo>
                <a:lnTo>
                  <a:pt x="409972" y="388938"/>
                </a:lnTo>
                <a:lnTo>
                  <a:pt x="406003" y="395685"/>
                </a:lnTo>
                <a:lnTo>
                  <a:pt x="401241" y="402432"/>
                </a:lnTo>
                <a:lnTo>
                  <a:pt x="396875" y="408782"/>
                </a:lnTo>
                <a:lnTo>
                  <a:pt x="391716" y="415132"/>
                </a:lnTo>
                <a:lnTo>
                  <a:pt x="386953" y="420688"/>
                </a:lnTo>
                <a:lnTo>
                  <a:pt x="381794" y="426244"/>
                </a:lnTo>
                <a:lnTo>
                  <a:pt x="376635" y="431801"/>
                </a:lnTo>
                <a:lnTo>
                  <a:pt x="371078" y="436563"/>
                </a:lnTo>
                <a:lnTo>
                  <a:pt x="365919" y="440929"/>
                </a:lnTo>
                <a:lnTo>
                  <a:pt x="360363" y="445691"/>
                </a:lnTo>
                <a:lnTo>
                  <a:pt x="354806" y="449660"/>
                </a:lnTo>
                <a:lnTo>
                  <a:pt x="349250" y="453232"/>
                </a:lnTo>
                <a:lnTo>
                  <a:pt x="343297" y="456804"/>
                </a:lnTo>
                <a:lnTo>
                  <a:pt x="337741" y="459582"/>
                </a:lnTo>
                <a:lnTo>
                  <a:pt x="332185" y="462757"/>
                </a:lnTo>
                <a:lnTo>
                  <a:pt x="326628" y="464741"/>
                </a:lnTo>
                <a:lnTo>
                  <a:pt x="320675" y="466726"/>
                </a:lnTo>
                <a:lnTo>
                  <a:pt x="315119" y="468313"/>
                </a:lnTo>
                <a:lnTo>
                  <a:pt x="309563" y="469901"/>
                </a:lnTo>
                <a:lnTo>
                  <a:pt x="304403" y="470694"/>
                </a:lnTo>
                <a:lnTo>
                  <a:pt x="298847" y="471091"/>
                </a:lnTo>
                <a:lnTo>
                  <a:pt x="293688" y="471488"/>
                </a:lnTo>
                <a:lnTo>
                  <a:pt x="288925" y="471091"/>
                </a:lnTo>
                <a:lnTo>
                  <a:pt x="284956" y="470694"/>
                </a:lnTo>
                <a:lnTo>
                  <a:pt x="280194" y="469901"/>
                </a:lnTo>
                <a:lnTo>
                  <a:pt x="275034" y="467916"/>
                </a:lnTo>
                <a:lnTo>
                  <a:pt x="270669" y="466329"/>
                </a:lnTo>
                <a:lnTo>
                  <a:pt x="265509" y="464344"/>
                </a:lnTo>
                <a:lnTo>
                  <a:pt x="259953" y="462360"/>
                </a:lnTo>
                <a:lnTo>
                  <a:pt x="254794" y="459185"/>
                </a:lnTo>
                <a:lnTo>
                  <a:pt x="244078" y="452438"/>
                </a:lnTo>
                <a:lnTo>
                  <a:pt x="232966" y="444898"/>
                </a:lnTo>
                <a:lnTo>
                  <a:pt x="221853" y="435769"/>
                </a:lnTo>
                <a:lnTo>
                  <a:pt x="211534" y="425450"/>
                </a:lnTo>
                <a:lnTo>
                  <a:pt x="200819" y="413941"/>
                </a:lnTo>
                <a:lnTo>
                  <a:pt x="190500" y="402035"/>
                </a:lnTo>
                <a:lnTo>
                  <a:pt x="185737" y="395685"/>
                </a:lnTo>
                <a:lnTo>
                  <a:pt x="180578" y="388938"/>
                </a:lnTo>
                <a:lnTo>
                  <a:pt x="176609" y="381794"/>
                </a:lnTo>
                <a:lnTo>
                  <a:pt x="171847" y="374651"/>
                </a:lnTo>
                <a:lnTo>
                  <a:pt x="167481" y="367507"/>
                </a:lnTo>
                <a:lnTo>
                  <a:pt x="163512" y="359569"/>
                </a:lnTo>
                <a:lnTo>
                  <a:pt x="159544" y="351632"/>
                </a:lnTo>
                <a:lnTo>
                  <a:pt x="156369" y="343694"/>
                </a:lnTo>
                <a:lnTo>
                  <a:pt x="152797" y="335757"/>
                </a:lnTo>
                <a:lnTo>
                  <a:pt x="150019" y="327422"/>
                </a:lnTo>
                <a:lnTo>
                  <a:pt x="147241" y="318691"/>
                </a:lnTo>
                <a:lnTo>
                  <a:pt x="144859" y="310357"/>
                </a:lnTo>
                <a:lnTo>
                  <a:pt x="142875" y="316310"/>
                </a:lnTo>
                <a:lnTo>
                  <a:pt x="140494" y="320676"/>
                </a:lnTo>
                <a:lnTo>
                  <a:pt x="139700" y="322263"/>
                </a:lnTo>
                <a:lnTo>
                  <a:pt x="138509" y="323057"/>
                </a:lnTo>
                <a:lnTo>
                  <a:pt x="137319" y="323851"/>
                </a:lnTo>
                <a:lnTo>
                  <a:pt x="136128" y="324247"/>
                </a:lnTo>
                <a:lnTo>
                  <a:pt x="134541" y="323851"/>
                </a:lnTo>
                <a:lnTo>
                  <a:pt x="133350" y="323057"/>
                </a:lnTo>
                <a:lnTo>
                  <a:pt x="132159" y="321866"/>
                </a:lnTo>
                <a:lnTo>
                  <a:pt x="130969" y="319485"/>
                </a:lnTo>
                <a:lnTo>
                  <a:pt x="128587" y="314722"/>
                </a:lnTo>
                <a:lnTo>
                  <a:pt x="126603" y="308372"/>
                </a:lnTo>
                <a:lnTo>
                  <a:pt x="125016" y="300038"/>
                </a:lnTo>
                <a:lnTo>
                  <a:pt x="123825" y="290513"/>
                </a:lnTo>
                <a:lnTo>
                  <a:pt x="123031" y="280591"/>
                </a:lnTo>
                <a:lnTo>
                  <a:pt x="122634" y="269478"/>
                </a:lnTo>
                <a:lnTo>
                  <a:pt x="123031" y="259557"/>
                </a:lnTo>
                <a:lnTo>
                  <a:pt x="123428" y="250032"/>
                </a:lnTo>
                <a:lnTo>
                  <a:pt x="124619" y="241300"/>
                </a:lnTo>
                <a:lnTo>
                  <a:pt x="125809" y="233760"/>
                </a:lnTo>
                <a:lnTo>
                  <a:pt x="127397" y="227013"/>
                </a:lnTo>
                <a:lnTo>
                  <a:pt x="129778" y="221854"/>
                </a:lnTo>
                <a:lnTo>
                  <a:pt x="131762" y="217488"/>
                </a:lnTo>
                <a:lnTo>
                  <a:pt x="132953" y="216297"/>
                </a:lnTo>
                <a:lnTo>
                  <a:pt x="134144" y="215504"/>
                </a:lnTo>
                <a:lnTo>
                  <a:pt x="130572" y="211138"/>
                </a:lnTo>
                <a:lnTo>
                  <a:pt x="127000" y="207169"/>
                </a:lnTo>
                <a:lnTo>
                  <a:pt x="124619" y="202407"/>
                </a:lnTo>
                <a:lnTo>
                  <a:pt x="122634" y="197247"/>
                </a:lnTo>
                <a:lnTo>
                  <a:pt x="120253" y="192485"/>
                </a:lnTo>
                <a:lnTo>
                  <a:pt x="119062" y="186928"/>
                </a:lnTo>
                <a:lnTo>
                  <a:pt x="118269" y="181372"/>
                </a:lnTo>
                <a:lnTo>
                  <a:pt x="117475" y="175816"/>
                </a:lnTo>
                <a:lnTo>
                  <a:pt x="117475" y="170260"/>
                </a:lnTo>
                <a:lnTo>
                  <a:pt x="117475" y="164704"/>
                </a:lnTo>
                <a:lnTo>
                  <a:pt x="117872" y="158751"/>
                </a:lnTo>
                <a:lnTo>
                  <a:pt x="118269" y="152797"/>
                </a:lnTo>
                <a:lnTo>
                  <a:pt x="120253" y="140891"/>
                </a:lnTo>
                <a:lnTo>
                  <a:pt x="123428" y="129381"/>
                </a:lnTo>
                <a:lnTo>
                  <a:pt x="126603" y="118666"/>
                </a:lnTo>
                <a:lnTo>
                  <a:pt x="130969" y="107951"/>
                </a:lnTo>
                <a:lnTo>
                  <a:pt x="135334" y="98426"/>
                </a:lnTo>
                <a:lnTo>
                  <a:pt x="139700" y="90091"/>
                </a:lnTo>
                <a:lnTo>
                  <a:pt x="144066" y="82154"/>
                </a:lnTo>
                <a:lnTo>
                  <a:pt x="148034" y="76597"/>
                </a:lnTo>
                <a:lnTo>
                  <a:pt x="152003" y="72231"/>
                </a:lnTo>
                <a:lnTo>
                  <a:pt x="153194" y="70644"/>
                </a:lnTo>
                <a:lnTo>
                  <a:pt x="154781" y="69850"/>
                </a:lnTo>
                <a:lnTo>
                  <a:pt x="170656" y="61913"/>
                </a:lnTo>
                <a:lnTo>
                  <a:pt x="186134" y="55960"/>
                </a:lnTo>
                <a:lnTo>
                  <a:pt x="201216" y="50403"/>
                </a:lnTo>
                <a:lnTo>
                  <a:pt x="216297" y="46038"/>
                </a:lnTo>
                <a:lnTo>
                  <a:pt x="230981" y="42863"/>
                </a:lnTo>
                <a:lnTo>
                  <a:pt x="245269" y="40482"/>
                </a:lnTo>
                <a:lnTo>
                  <a:pt x="259556" y="38894"/>
                </a:lnTo>
                <a:lnTo>
                  <a:pt x="273050" y="38100"/>
                </a:lnTo>
                <a:close/>
                <a:moveTo>
                  <a:pt x="982954" y="0"/>
                </a:moveTo>
                <a:lnTo>
                  <a:pt x="988111" y="0"/>
                </a:lnTo>
                <a:lnTo>
                  <a:pt x="2043178" y="0"/>
                </a:lnTo>
                <a:lnTo>
                  <a:pt x="2049127" y="0"/>
                </a:lnTo>
                <a:lnTo>
                  <a:pt x="2054680" y="397"/>
                </a:lnTo>
                <a:lnTo>
                  <a:pt x="2060233" y="1191"/>
                </a:lnTo>
                <a:lnTo>
                  <a:pt x="2065786" y="1985"/>
                </a:lnTo>
                <a:lnTo>
                  <a:pt x="2070942" y="3572"/>
                </a:lnTo>
                <a:lnTo>
                  <a:pt x="2076099" y="5160"/>
                </a:lnTo>
                <a:lnTo>
                  <a:pt x="2081255" y="6747"/>
                </a:lnTo>
                <a:lnTo>
                  <a:pt x="2086411" y="8732"/>
                </a:lnTo>
                <a:lnTo>
                  <a:pt x="2091171" y="11113"/>
                </a:lnTo>
                <a:lnTo>
                  <a:pt x="2095931" y="13494"/>
                </a:lnTo>
                <a:lnTo>
                  <a:pt x="2100691" y="16272"/>
                </a:lnTo>
                <a:lnTo>
                  <a:pt x="2105054" y="19050"/>
                </a:lnTo>
                <a:lnTo>
                  <a:pt x="2109417" y="21828"/>
                </a:lnTo>
                <a:lnTo>
                  <a:pt x="2113780" y="25401"/>
                </a:lnTo>
                <a:lnTo>
                  <a:pt x="2121713" y="32544"/>
                </a:lnTo>
                <a:lnTo>
                  <a:pt x="2128852" y="40085"/>
                </a:lnTo>
                <a:lnTo>
                  <a:pt x="2131629" y="44451"/>
                </a:lnTo>
                <a:lnTo>
                  <a:pt x="2135198" y="48816"/>
                </a:lnTo>
                <a:lnTo>
                  <a:pt x="2137578" y="53182"/>
                </a:lnTo>
                <a:lnTo>
                  <a:pt x="2140751" y="57944"/>
                </a:lnTo>
                <a:lnTo>
                  <a:pt x="2143131" y="62707"/>
                </a:lnTo>
                <a:lnTo>
                  <a:pt x="2145114" y="67469"/>
                </a:lnTo>
                <a:lnTo>
                  <a:pt x="2147494" y="72628"/>
                </a:lnTo>
                <a:lnTo>
                  <a:pt x="2149081" y="77788"/>
                </a:lnTo>
                <a:lnTo>
                  <a:pt x="2150271" y="82947"/>
                </a:lnTo>
                <a:lnTo>
                  <a:pt x="2151461" y="88107"/>
                </a:lnTo>
                <a:lnTo>
                  <a:pt x="2152254" y="93663"/>
                </a:lnTo>
                <a:lnTo>
                  <a:pt x="2153444" y="99219"/>
                </a:lnTo>
                <a:lnTo>
                  <a:pt x="2153841" y="105172"/>
                </a:lnTo>
                <a:lnTo>
                  <a:pt x="2154237" y="110332"/>
                </a:lnTo>
                <a:lnTo>
                  <a:pt x="2154237" y="758032"/>
                </a:lnTo>
                <a:lnTo>
                  <a:pt x="2153841" y="763588"/>
                </a:lnTo>
                <a:lnTo>
                  <a:pt x="2153444" y="769144"/>
                </a:lnTo>
                <a:lnTo>
                  <a:pt x="2152254" y="775097"/>
                </a:lnTo>
                <a:lnTo>
                  <a:pt x="2151461" y="779860"/>
                </a:lnTo>
                <a:lnTo>
                  <a:pt x="2150271" y="785416"/>
                </a:lnTo>
                <a:lnTo>
                  <a:pt x="2149081" y="790972"/>
                </a:lnTo>
                <a:lnTo>
                  <a:pt x="2147494" y="796132"/>
                </a:lnTo>
                <a:lnTo>
                  <a:pt x="2145114" y="800894"/>
                </a:lnTo>
                <a:lnTo>
                  <a:pt x="2143131" y="805657"/>
                </a:lnTo>
                <a:lnTo>
                  <a:pt x="2140751" y="810816"/>
                </a:lnTo>
                <a:lnTo>
                  <a:pt x="2137578" y="815579"/>
                </a:lnTo>
                <a:lnTo>
                  <a:pt x="2135198" y="819547"/>
                </a:lnTo>
                <a:lnTo>
                  <a:pt x="2131629" y="824310"/>
                </a:lnTo>
                <a:lnTo>
                  <a:pt x="2128852" y="827882"/>
                </a:lnTo>
                <a:lnTo>
                  <a:pt x="2124886" y="832247"/>
                </a:lnTo>
                <a:lnTo>
                  <a:pt x="2121713" y="836216"/>
                </a:lnTo>
                <a:lnTo>
                  <a:pt x="2117350" y="839788"/>
                </a:lnTo>
                <a:lnTo>
                  <a:pt x="2113780" y="843360"/>
                </a:lnTo>
                <a:lnTo>
                  <a:pt x="2109417" y="846535"/>
                </a:lnTo>
                <a:lnTo>
                  <a:pt x="2105054" y="849710"/>
                </a:lnTo>
                <a:lnTo>
                  <a:pt x="2100691" y="852488"/>
                </a:lnTo>
                <a:lnTo>
                  <a:pt x="2095931" y="854869"/>
                </a:lnTo>
                <a:lnTo>
                  <a:pt x="2091171" y="857647"/>
                </a:lnTo>
                <a:lnTo>
                  <a:pt x="2086411" y="859632"/>
                </a:lnTo>
                <a:lnTo>
                  <a:pt x="2081255" y="861616"/>
                </a:lnTo>
                <a:lnTo>
                  <a:pt x="2076099" y="863601"/>
                </a:lnTo>
                <a:lnTo>
                  <a:pt x="2070942" y="865188"/>
                </a:lnTo>
                <a:lnTo>
                  <a:pt x="2065786" y="866379"/>
                </a:lnTo>
                <a:lnTo>
                  <a:pt x="2060233" y="867172"/>
                </a:lnTo>
                <a:lnTo>
                  <a:pt x="2054680" y="867966"/>
                </a:lnTo>
                <a:lnTo>
                  <a:pt x="2049127" y="868363"/>
                </a:lnTo>
                <a:lnTo>
                  <a:pt x="2043178" y="868363"/>
                </a:lnTo>
                <a:lnTo>
                  <a:pt x="988111" y="868363"/>
                </a:lnTo>
                <a:lnTo>
                  <a:pt x="982954" y="868363"/>
                </a:lnTo>
                <a:lnTo>
                  <a:pt x="977401" y="867966"/>
                </a:lnTo>
                <a:lnTo>
                  <a:pt x="971452" y="867172"/>
                </a:lnTo>
                <a:lnTo>
                  <a:pt x="966295" y="866379"/>
                </a:lnTo>
                <a:lnTo>
                  <a:pt x="960742" y="865188"/>
                </a:lnTo>
                <a:lnTo>
                  <a:pt x="955586" y="863601"/>
                </a:lnTo>
                <a:lnTo>
                  <a:pt x="950430" y="861616"/>
                </a:lnTo>
                <a:lnTo>
                  <a:pt x="945273" y="859632"/>
                </a:lnTo>
                <a:lnTo>
                  <a:pt x="940514" y="857647"/>
                </a:lnTo>
                <a:lnTo>
                  <a:pt x="935754" y="854869"/>
                </a:lnTo>
                <a:lnTo>
                  <a:pt x="930994" y="852488"/>
                </a:lnTo>
                <a:lnTo>
                  <a:pt x="926631" y="849710"/>
                </a:lnTo>
                <a:lnTo>
                  <a:pt x="922268" y="846535"/>
                </a:lnTo>
                <a:lnTo>
                  <a:pt x="918302" y="843360"/>
                </a:lnTo>
                <a:lnTo>
                  <a:pt x="913939" y="839788"/>
                </a:lnTo>
                <a:lnTo>
                  <a:pt x="910369" y="836216"/>
                </a:lnTo>
                <a:lnTo>
                  <a:pt x="906402" y="832247"/>
                </a:lnTo>
                <a:lnTo>
                  <a:pt x="903229" y="827882"/>
                </a:lnTo>
                <a:lnTo>
                  <a:pt x="899659" y="824310"/>
                </a:lnTo>
                <a:lnTo>
                  <a:pt x="896883" y="819547"/>
                </a:lnTo>
                <a:lnTo>
                  <a:pt x="893710" y="815579"/>
                </a:lnTo>
                <a:lnTo>
                  <a:pt x="891330" y="810816"/>
                </a:lnTo>
                <a:lnTo>
                  <a:pt x="888950" y="805657"/>
                </a:lnTo>
                <a:lnTo>
                  <a:pt x="886570" y="800894"/>
                </a:lnTo>
                <a:lnTo>
                  <a:pt x="884587" y="796132"/>
                </a:lnTo>
                <a:lnTo>
                  <a:pt x="883001" y="790972"/>
                </a:lnTo>
                <a:lnTo>
                  <a:pt x="881414" y="785416"/>
                </a:lnTo>
                <a:lnTo>
                  <a:pt x="879827" y="779860"/>
                </a:lnTo>
                <a:lnTo>
                  <a:pt x="879034" y="775097"/>
                </a:lnTo>
                <a:lnTo>
                  <a:pt x="878241" y="769144"/>
                </a:lnTo>
                <a:lnTo>
                  <a:pt x="877844" y="763588"/>
                </a:lnTo>
                <a:lnTo>
                  <a:pt x="877844" y="758032"/>
                </a:lnTo>
                <a:lnTo>
                  <a:pt x="877844" y="696913"/>
                </a:lnTo>
                <a:lnTo>
                  <a:pt x="833420" y="723504"/>
                </a:lnTo>
                <a:lnTo>
                  <a:pt x="804862" y="676672"/>
                </a:lnTo>
                <a:lnTo>
                  <a:pt x="877844" y="633413"/>
                </a:lnTo>
                <a:lnTo>
                  <a:pt x="877844" y="110332"/>
                </a:lnTo>
                <a:lnTo>
                  <a:pt x="877844" y="105172"/>
                </a:lnTo>
                <a:lnTo>
                  <a:pt x="878241" y="99219"/>
                </a:lnTo>
                <a:lnTo>
                  <a:pt x="879034" y="93663"/>
                </a:lnTo>
                <a:lnTo>
                  <a:pt x="879827" y="88107"/>
                </a:lnTo>
                <a:lnTo>
                  <a:pt x="881414" y="82947"/>
                </a:lnTo>
                <a:lnTo>
                  <a:pt x="883001" y="77788"/>
                </a:lnTo>
                <a:lnTo>
                  <a:pt x="884587" y="72628"/>
                </a:lnTo>
                <a:lnTo>
                  <a:pt x="886570" y="67469"/>
                </a:lnTo>
                <a:lnTo>
                  <a:pt x="888950" y="62707"/>
                </a:lnTo>
                <a:lnTo>
                  <a:pt x="891330" y="57944"/>
                </a:lnTo>
                <a:lnTo>
                  <a:pt x="893710" y="53182"/>
                </a:lnTo>
                <a:lnTo>
                  <a:pt x="896883" y="48816"/>
                </a:lnTo>
                <a:lnTo>
                  <a:pt x="899659" y="44451"/>
                </a:lnTo>
                <a:lnTo>
                  <a:pt x="903229" y="40085"/>
                </a:lnTo>
                <a:lnTo>
                  <a:pt x="910369" y="32544"/>
                </a:lnTo>
                <a:lnTo>
                  <a:pt x="918302" y="25401"/>
                </a:lnTo>
                <a:lnTo>
                  <a:pt x="922268" y="21828"/>
                </a:lnTo>
                <a:lnTo>
                  <a:pt x="926631" y="19050"/>
                </a:lnTo>
                <a:lnTo>
                  <a:pt x="930994" y="16272"/>
                </a:lnTo>
                <a:lnTo>
                  <a:pt x="935754" y="13494"/>
                </a:lnTo>
                <a:lnTo>
                  <a:pt x="940514" y="11113"/>
                </a:lnTo>
                <a:lnTo>
                  <a:pt x="945273" y="8732"/>
                </a:lnTo>
                <a:lnTo>
                  <a:pt x="950430" y="6747"/>
                </a:lnTo>
                <a:lnTo>
                  <a:pt x="955586" y="5160"/>
                </a:lnTo>
                <a:lnTo>
                  <a:pt x="960742" y="3572"/>
                </a:lnTo>
                <a:lnTo>
                  <a:pt x="966295" y="1985"/>
                </a:lnTo>
                <a:lnTo>
                  <a:pt x="971452" y="1191"/>
                </a:lnTo>
                <a:lnTo>
                  <a:pt x="977401" y="397"/>
                </a:lnTo>
                <a:lnTo>
                  <a:pt x="982954" y="0"/>
                </a:lnTo>
                <a:close/>
              </a:path>
            </a:pathLst>
          </a:custGeom>
          <a:solidFill>
            <a:srgbClr val="0070C0"/>
          </a:solidFill>
          <a:ln>
            <a:noFill/>
          </a:ln>
          <a:effectLst>
            <a:innerShdw blurRad="63500" dist="50800" dir="13500000">
              <a:prstClr val="black">
                <a:alpha val="50000"/>
              </a:prstClr>
            </a:innerShdw>
          </a:effec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a:solidFill>
                <a:srgbClr val="FFFFFF"/>
              </a:solidFill>
              <a:latin typeface="+mn-lt"/>
              <a:ea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250">
        <p:wipe dir="d"/>
        <p:sndAc>
          <p:endSnd/>
        </p:sndAc>
      </p:transition>
    </mc:Choice>
    <mc:Fallback>
      <p:transition>
        <p:wipe dir="d"/>
        <p:sndAc>
          <p:endSnd/>
        </p:sndAc>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477520" y="1378585"/>
            <a:ext cx="11210290" cy="5297805"/>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一、判断题</a:t>
            </a:r>
            <a:r>
              <a:rPr sz="2400" dirty="0" smtClean="0">
                <a:solidFill>
                  <a:srgbClr val="00B050"/>
                </a:solidFill>
                <a:latin typeface="微软雅黑" panose="020B0503020204020204" pitchFamily="34" charset="-122"/>
                <a:ea typeface="微软雅黑" panose="020B0503020204020204" pitchFamily="34" charset="-122"/>
              </a:rPr>
              <a:t> </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、只有用人单位才有权对违反《中华人民共和国职业病防治法》的行为进行检举和控告，有关部门收到相关的检举和控告后，应当立即处理。</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、特种作业人员未经专门的安全作业培训，未取得相应资格，上岗作业导致事故的，应追究生产经营单位有关人员的责任</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、电工作业分为高压电工作业和低压电工作业</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lvl="1">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lumMod val="75000"/>
                    <a:lumOff val="25000"/>
                  </a:schemeClr>
                </a:solidFill>
                <a:latin typeface="微软雅黑" panose="020B0503020204020204" pitchFamily="34" charset="-122"/>
                <a:ea typeface="微软雅黑" panose="020B0503020204020204" pitchFamily="34" charset="-122"/>
                <a:sym typeface="+mn-ea"/>
              </a:rPr>
              <a:t>生产经营单位进行爆破、吊装、动火、临时用电以及国务院有关部门规定的其他危险作业，应当安排专门人员现场监督、确保安全规程的落实。</a:t>
            </a:r>
            <a:r>
              <a:rPr lang="en-US" altLang="zh-CN" sz="2400" dirty="0" smtClean="0">
                <a:solidFill>
                  <a:schemeClr val="tx1">
                    <a:lumMod val="75000"/>
                    <a:lumOff val="25000"/>
                  </a:schemeClr>
                </a:solidFill>
                <a:latin typeface="微软雅黑" panose="020B0503020204020204" pitchFamily="34" charset="-122"/>
                <a:ea typeface="微软雅黑" panose="020B0503020204020204" pitchFamily="34" charset="-122"/>
                <a:sym typeface="+mn-ea"/>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5</a:t>
            </a:r>
            <a:r>
              <a:rPr lang="zh-CN" altLang="en-US" sz="2400" dirty="0" smtClean="0">
                <a:solidFill>
                  <a:schemeClr val="tx1"/>
                </a:solidFill>
                <a:latin typeface="微软雅黑" panose="020B0503020204020204" pitchFamily="34" charset="-122"/>
                <a:ea typeface="微软雅黑" panose="020B0503020204020204" pitchFamily="34" charset="-122"/>
              </a:rPr>
              <a:t>、以暴力、威胁或者限制人身自由的方法强迫他人劳动的行为，违反《刑法》有关规定</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6</a:t>
            </a:r>
            <a:r>
              <a:rPr lang="zh-CN" altLang="en-US" sz="2400" dirty="0" smtClean="0">
                <a:solidFill>
                  <a:schemeClr val="tx1"/>
                </a:solidFill>
                <a:latin typeface="微软雅黑" panose="020B0503020204020204" pitchFamily="34" charset="-122"/>
                <a:ea typeface="微软雅黑" panose="020B0503020204020204" pitchFamily="34" charset="-122"/>
              </a:rPr>
              <a:t>、从业人员有权拒绝违章作业、违章指挥和强令冒险作业</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389890"/>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022350"/>
            <a:ext cx="2386965" cy="47561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477520" y="1323975"/>
            <a:ext cx="11587480" cy="5332095"/>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一、判断题</a:t>
            </a:r>
            <a:r>
              <a:rPr sz="2400" dirty="0" smtClean="0">
                <a:solidFill>
                  <a:srgbClr val="00B050"/>
                </a:solidFill>
                <a:latin typeface="微软雅黑" panose="020B0503020204020204" pitchFamily="34" charset="-122"/>
                <a:ea typeface="微软雅黑" panose="020B0503020204020204" pitchFamily="34" charset="-122"/>
              </a:rPr>
              <a:t> </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7</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依据《中华人民共和国消防法》扰乱火灾现场秩序，或者拒不执行火灾指挥员的指挥，影响灭火救援，情节较轻的，处警告或者</a:t>
            </a:r>
            <a:r>
              <a:rPr lang="en-US" altLang="zh-CN" sz="2400" dirty="0" smtClean="0">
                <a:solidFill>
                  <a:schemeClr val="tx1"/>
                </a:solidFill>
                <a:latin typeface="微软雅黑" panose="020B0503020204020204" pitchFamily="34" charset="-122"/>
                <a:ea typeface="微软雅黑" panose="020B0503020204020204" pitchFamily="34" charset="-122"/>
              </a:rPr>
              <a:t>500</a:t>
            </a:r>
            <a:r>
              <a:rPr lang="zh-CN" altLang="en-US" sz="2400" dirty="0" smtClean="0">
                <a:solidFill>
                  <a:schemeClr val="tx1"/>
                </a:solidFill>
                <a:latin typeface="微软雅黑" panose="020B0503020204020204" pitchFamily="34" charset="-122"/>
                <a:ea typeface="微软雅黑" panose="020B0503020204020204" pitchFamily="34" charset="-122"/>
              </a:rPr>
              <a:t>元以下罚款</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8</a:t>
            </a:r>
            <a:r>
              <a:rPr lang="zh-CN" altLang="en-US" sz="2400" dirty="0" smtClean="0">
                <a:solidFill>
                  <a:schemeClr val="tx1"/>
                </a:solidFill>
                <a:latin typeface="微软雅黑" panose="020B0503020204020204" pitchFamily="34" charset="-122"/>
                <a:ea typeface="微软雅黑" panose="020B0503020204020204" pitchFamily="34" charset="-122"/>
              </a:rPr>
              <a:t>、《安全生产法》第三十条规定，生产经营单位的特种作业人员必须按照国家有</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关规定经专门的安全作业培训，取得相应资格，方可上岗作业。</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marL="0" lvl="1">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9</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依据《消防法》</a:t>
            </a:r>
            <a:r>
              <a:rPr lang="zh-CN" altLang="en-US" sz="2400" dirty="0" smtClean="0">
                <a:solidFill>
                  <a:schemeClr val="tx1">
                    <a:lumMod val="75000"/>
                    <a:lumOff val="25000"/>
                  </a:schemeClr>
                </a:solidFill>
                <a:latin typeface="微软雅黑" panose="020B0503020204020204" pitchFamily="34" charset="-122"/>
                <a:ea typeface="微软雅黑" panose="020B0503020204020204" pitchFamily="34" charset="-122"/>
                <a:sym typeface="+mn-ea"/>
              </a:rPr>
              <a:t>个人存在占用，堵塞、封闭疏散通道，安全出口或者其他妨碍安全疏散行为的，由消防救援机构责令改正，处警告或者伍佰元以下罚款</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10</a:t>
            </a:r>
            <a:r>
              <a:rPr lang="zh-CN" altLang="en-US" sz="2400" dirty="0" smtClean="0">
                <a:solidFill>
                  <a:schemeClr val="tx1"/>
                </a:solidFill>
                <a:latin typeface="微软雅黑" panose="020B0503020204020204" pitchFamily="34" charset="-122"/>
                <a:ea typeface="微软雅黑" panose="020B0503020204020204" pitchFamily="34" charset="-122"/>
              </a:rPr>
              <a:t>、从业人员发现危及人身安全的紧急情况时，都应停止作业并立即撤离。</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11</a:t>
            </a:r>
            <a:r>
              <a:rPr lang="zh-CN" altLang="en-US" sz="2400" dirty="0" smtClean="0">
                <a:solidFill>
                  <a:schemeClr val="tx1"/>
                </a:solidFill>
                <a:latin typeface="微软雅黑" panose="020B0503020204020204" pitchFamily="34" charset="-122"/>
                <a:ea typeface="微软雅黑" panose="020B0503020204020204" pitchFamily="34" charset="-122"/>
              </a:rPr>
              <a:t>、依据《消防法》</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因施工等特殊情况需要使用明火作业的，应当按照规定事先办理审批手续，采取相应的消防安全措施</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12</a:t>
            </a:r>
            <a:r>
              <a:rPr lang="zh-CN" altLang="en-US" sz="2400" dirty="0" smtClean="0">
                <a:solidFill>
                  <a:schemeClr val="tx1"/>
                </a:solidFill>
                <a:latin typeface="微软雅黑" panose="020B0503020204020204" pitchFamily="34" charset="-122"/>
                <a:ea typeface="微软雅黑" panose="020B0503020204020204" pitchFamily="34" charset="-122"/>
              </a:rPr>
              <a:t>、《安全生产法》明确，应当把保护人民生命安全摆在首位树牢安全发展理念（</a:t>
            </a:r>
            <a:r>
              <a:rPr lang="en-US" altLang="zh-CN"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215900"/>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005840"/>
            <a:ext cx="2386965" cy="47053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170815" y="1573530"/>
            <a:ext cx="11894185" cy="5082540"/>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一、判断题</a:t>
            </a:r>
            <a:r>
              <a:rPr sz="2400" dirty="0" smtClean="0">
                <a:solidFill>
                  <a:srgbClr val="00B050"/>
                </a:solidFill>
                <a:latin typeface="微软雅黑" panose="020B0503020204020204" pitchFamily="34" charset="-122"/>
                <a:ea typeface="微软雅黑" panose="020B0503020204020204" pitchFamily="34" charset="-122"/>
              </a:rPr>
              <a:t> </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13</a:t>
            </a:r>
            <a:r>
              <a:rPr lang="zh-CN" altLang="en-US" sz="2400" dirty="0" smtClean="0">
                <a:solidFill>
                  <a:schemeClr val="tx1"/>
                </a:solidFill>
                <a:latin typeface="微软雅黑" panose="020B0503020204020204" pitchFamily="34" charset="-122"/>
                <a:ea typeface="微软雅黑" panose="020B0503020204020204" pitchFamily="34" charset="-122"/>
              </a:rPr>
              <a:t>、《工伤保险条例》规定，用人单位应当将参加工伤保险的有关情况在本单位公示</a:t>
            </a:r>
            <a:r>
              <a:rPr lang="en-US" altLang="zh-CN" sz="2400" dirty="0" smtClean="0">
                <a:solidFill>
                  <a:schemeClr val="tx1"/>
                </a:solidFill>
                <a:latin typeface="微软雅黑" panose="020B0503020204020204" pitchFamily="34" charset="-122"/>
                <a:ea typeface="微软雅黑" panose="020B0503020204020204" pitchFamily="34" charset="-122"/>
              </a:rPr>
              <a:t>√ </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14</a:t>
            </a:r>
            <a:r>
              <a:rPr lang="zh-CN" altLang="en-US" sz="2400" dirty="0" smtClean="0">
                <a:solidFill>
                  <a:schemeClr val="tx1"/>
                </a:solidFill>
                <a:latin typeface="微软雅黑" panose="020B0503020204020204" pitchFamily="34" charset="-122"/>
                <a:ea typeface="微软雅黑" panose="020B0503020204020204" pitchFamily="34" charset="-122"/>
              </a:rPr>
              <a:t>、《生产安全事故报告和调查处理条例》规定，事故发生后，事故现场有关人员应当向本单位负责人报告（</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15</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安全生产工作必须坚持中国共产党的领导</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16</a:t>
            </a:r>
            <a:r>
              <a:rPr lang="zh-CN" altLang="en-US" sz="2400" dirty="0" smtClean="0">
                <a:solidFill>
                  <a:schemeClr val="tx1"/>
                </a:solidFill>
                <a:latin typeface="微软雅黑" panose="020B0503020204020204" pitchFamily="34" charset="-122"/>
                <a:ea typeface="微软雅黑" panose="020B0503020204020204" pitchFamily="34" charset="-122"/>
              </a:rPr>
              <a:t>、安全生产设施或者安全生产条件不符合国家规定，因而发生重大伤亡事故的或者造成严重后果的，对直接负责的主管人员和其他责任人员，处三年以下有期徒刑或者拘役，情节特别恶劣的，处三年以上七年以下有期徒刑。（</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17</a:t>
            </a:r>
            <a:r>
              <a:rPr lang="zh-CN" altLang="en-US" sz="2400" dirty="0" smtClean="0">
                <a:solidFill>
                  <a:schemeClr val="tx1"/>
                </a:solidFill>
                <a:latin typeface="微软雅黑" panose="020B0503020204020204" pitchFamily="34" charset="-122"/>
                <a:ea typeface="微软雅黑" panose="020B0503020204020204" pitchFamily="34" charset="-122"/>
              </a:rPr>
              <a:t>、安全生产是管理者的责任，生产经营单位的普通从业人员，不必对本单位的安全工作提出建议或者意见。（</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389890"/>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113790"/>
            <a:ext cx="2386965" cy="560070"/>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0" y="1573530"/>
            <a:ext cx="12065000" cy="5082540"/>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一、判断题</a:t>
            </a:r>
            <a:r>
              <a:rPr sz="2400" dirty="0" smtClean="0">
                <a:solidFill>
                  <a:srgbClr val="00B050"/>
                </a:solidFill>
                <a:latin typeface="微软雅黑" panose="020B0503020204020204" pitchFamily="34" charset="-122"/>
                <a:ea typeface="微软雅黑" panose="020B0503020204020204" pitchFamily="34" charset="-122"/>
              </a:rPr>
              <a:t> </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18</a:t>
            </a:r>
            <a:r>
              <a:rPr lang="zh-CN" altLang="en-US" sz="2400" dirty="0" smtClean="0">
                <a:solidFill>
                  <a:schemeClr val="tx1"/>
                </a:solidFill>
                <a:latin typeface="微软雅黑" panose="020B0503020204020204" pitchFamily="34" charset="-122"/>
                <a:ea typeface="微软雅黑" panose="020B0503020204020204" pitchFamily="34" charset="-122"/>
              </a:rPr>
              <a:t>、从业人员发现事故隐患或者其他不安全因素，应当立即向现场安全生产管理人员或者本单位负责人报告，接到报告人员应该立即处理。</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19</a:t>
            </a:r>
            <a:r>
              <a:rPr lang="zh-CN" altLang="en-US" sz="2400" dirty="0" smtClean="0">
                <a:solidFill>
                  <a:schemeClr val="tx1"/>
                </a:solidFill>
                <a:latin typeface="微软雅黑" panose="020B0503020204020204" pitchFamily="34" charset="-122"/>
                <a:ea typeface="微软雅黑" panose="020B0503020204020204" pitchFamily="34" charset="-122"/>
              </a:rPr>
              <a:t>、从业人员必须接受安全生产教育和培训，掌握本职工作所需的安全生产技能，增强事故预防和应急处理能力。</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20</a:t>
            </a:r>
            <a:r>
              <a:rPr lang="zh-CN" altLang="en-US" sz="2400" dirty="0" smtClean="0">
                <a:solidFill>
                  <a:schemeClr val="tx1"/>
                </a:solidFill>
                <a:latin typeface="微软雅黑" panose="020B0503020204020204" pitchFamily="34" charset="-122"/>
                <a:ea typeface="微软雅黑" panose="020B0503020204020204" pitchFamily="34" charset="-122"/>
              </a:rPr>
              <a:t>、从业人员在作业过程中，应当正确佩戴和使用劳动防护用品，因未佩戴劳动防护用品和使用劳动防护用品导致伤害的，不可以认定为工伤</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21</a:t>
            </a:r>
            <a:r>
              <a:rPr lang="zh-CN" altLang="en-US" sz="2400" dirty="0" smtClean="0">
                <a:solidFill>
                  <a:schemeClr val="tx1"/>
                </a:solidFill>
                <a:latin typeface="微软雅黑" panose="020B0503020204020204" pitchFamily="34" charset="-122"/>
                <a:ea typeface="微软雅黑" panose="020B0503020204020204" pitchFamily="34" charset="-122"/>
              </a:rPr>
              <a:t>、当发生安全事故后，有关责任部门的负责人应立即赶到事故现场，组织事故救援，任何单位和个人都应当配合事故救援，并提供一切便利条件。</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389890"/>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113790"/>
            <a:ext cx="2386965" cy="560070"/>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0" y="1573530"/>
            <a:ext cx="12065000" cy="5082540"/>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一、判断题</a:t>
            </a:r>
            <a:r>
              <a:rPr sz="2400" dirty="0" smtClean="0">
                <a:solidFill>
                  <a:srgbClr val="00B050"/>
                </a:solidFill>
                <a:latin typeface="微软雅黑" panose="020B0503020204020204" pitchFamily="34" charset="-122"/>
                <a:ea typeface="微软雅黑" panose="020B0503020204020204" pitchFamily="34" charset="-122"/>
              </a:rPr>
              <a:t> </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22</a:t>
            </a:r>
            <a:r>
              <a:rPr lang="zh-CN" altLang="en-US" sz="2400" dirty="0" smtClean="0">
                <a:solidFill>
                  <a:schemeClr val="tx1"/>
                </a:solidFill>
                <a:latin typeface="微软雅黑" panose="020B0503020204020204" pitchFamily="34" charset="-122"/>
                <a:ea typeface="微软雅黑" panose="020B0503020204020204" pitchFamily="34" charset="-122"/>
              </a:rPr>
              <a:t>、当事人对职业病诊断有异议的，可以向做出诊断的医疗卫生机构所在地地方人民政府卫生行政部门申请鉴定。</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23</a:t>
            </a:r>
            <a:r>
              <a:rPr lang="zh-CN" altLang="en-US" sz="2400" dirty="0" smtClean="0">
                <a:solidFill>
                  <a:schemeClr val="tx1"/>
                </a:solidFill>
                <a:latin typeface="微软雅黑" panose="020B0503020204020204" pitchFamily="34" charset="-122"/>
                <a:ea typeface="微软雅黑" panose="020B0503020204020204" pitchFamily="34" charset="-122"/>
              </a:rPr>
              <a:t>、对从事接触职业病危害因素的特种作业人员，用人单位应当按照国家颁发的行政法规规定，组织在上岗前、在岗期间和离岗时的职业健康检查，并将检查结果告知劳动者</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24</a:t>
            </a:r>
            <a:r>
              <a:rPr lang="zh-CN" altLang="en-US" sz="2400" dirty="0" smtClean="0">
                <a:solidFill>
                  <a:schemeClr val="tx1"/>
                </a:solidFill>
                <a:latin typeface="微软雅黑" panose="020B0503020204020204" pitchFamily="34" charset="-122"/>
                <a:ea typeface="微软雅黑" panose="020B0503020204020204" pitchFamily="34" charset="-122"/>
              </a:rPr>
              <a:t>、对可能发生急性职业损伤的有毒有害工作场所，用人单位应当设置报警装置，配备现场急救物品、冲洗设备、应急撤离通道和必要的泄险区。</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25</a:t>
            </a:r>
            <a:r>
              <a:rPr lang="zh-CN" altLang="en-US" sz="2400" dirty="0" smtClean="0">
                <a:solidFill>
                  <a:schemeClr val="tx1"/>
                </a:solidFill>
                <a:latin typeface="微软雅黑" panose="020B0503020204020204" pitchFamily="34" charset="-122"/>
                <a:ea typeface="微软雅黑" panose="020B0503020204020204" pitchFamily="34" charset="-122"/>
              </a:rPr>
              <a:t>、对于接触职业病危害的特种作业人员，如果上岗前未进行职业健康检查，则用人单位必须在上岗后的一个月内开展补救性措施。</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26</a:t>
            </a:r>
            <a:r>
              <a:rPr lang="zh-CN" altLang="en-US" sz="2400" dirty="0" smtClean="0">
                <a:solidFill>
                  <a:schemeClr val="tx1"/>
                </a:solidFill>
                <a:latin typeface="微软雅黑" panose="020B0503020204020204" pitchFamily="34" charset="-122"/>
                <a:ea typeface="微软雅黑" panose="020B0503020204020204" pitchFamily="34" charset="-122"/>
              </a:rPr>
              <a:t>、发展绝不能以牺牲安全为代价，这必须作为一条不可逾越的红线</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389890"/>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113790"/>
            <a:ext cx="2386965" cy="560070"/>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0" y="1573530"/>
            <a:ext cx="12065000" cy="5082540"/>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一、判断题</a:t>
            </a:r>
            <a:r>
              <a:rPr sz="2400" dirty="0" smtClean="0">
                <a:solidFill>
                  <a:srgbClr val="00B050"/>
                </a:solidFill>
                <a:latin typeface="微软雅黑" panose="020B0503020204020204" pitchFamily="34" charset="-122"/>
                <a:ea typeface="微软雅黑" panose="020B0503020204020204" pitchFamily="34" charset="-122"/>
              </a:rPr>
              <a:t> </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27</a:t>
            </a:r>
            <a:r>
              <a:rPr lang="zh-CN" altLang="en-US" sz="2400" dirty="0" smtClean="0">
                <a:solidFill>
                  <a:schemeClr val="tx1"/>
                </a:solidFill>
                <a:latin typeface="微软雅黑" panose="020B0503020204020204" pitchFamily="34" charset="-122"/>
                <a:ea typeface="微软雅黑" panose="020B0503020204020204" pitchFamily="34" charset="-122"/>
              </a:rPr>
              <a:t>、根据《中华人民共和国消防法》规定，对于谎报火警的，应依照《中华人民共和国治安管理处罚条例》的规定予以处罚。</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28</a:t>
            </a:r>
            <a:r>
              <a:rPr lang="zh-CN" altLang="en-US" sz="2400" dirty="0" smtClean="0">
                <a:solidFill>
                  <a:schemeClr val="tx1"/>
                </a:solidFill>
                <a:latin typeface="微软雅黑" panose="020B0503020204020204" pitchFamily="34" charset="-122"/>
                <a:ea typeface="微软雅黑" panose="020B0503020204020204" pitchFamily="34" charset="-122"/>
              </a:rPr>
              <a:t>、工伤职工拒不接受劳动能力鉴定或者拒绝治疗的，停止享受工伤保险待遇。（</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29</a:t>
            </a:r>
            <a:r>
              <a:rPr lang="zh-CN" altLang="en-US" sz="2400" dirty="0" smtClean="0">
                <a:solidFill>
                  <a:schemeClr val="tx1"/>
                </a:solidFill>
                <a:latin typeface="微软雅黑" panose="020B0503020204020204" pitchFamily="34" charset="-122"/>
                <a:ea typeface="微软雅黑" panose="020B0503020204020204" pitchFamily="34" charset="-122"/>
              </a:rPr>
              <a:t>、合理的规章制度是保障安全生产的有效措施，工矿企业等单位有条件的应该建立适合本单位情况的安全生产规章制度。</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30</a:t>
            </a:r>
            <a:r>
              <a:rPr lang="zh-CN" altLang="en-US" sz="2400" dirty="0" smtClean="0">
                <a:solidFill>
                  <a:schemeClr val="tx1"/>
                </a:solidFill>
                <a:latin typeface="微软雅黑" panose="020B0503020204020204" pitchFamily="34" charset="-122"/>
                <a:ea typeface="微软雅黑" panose="020B0503020204020204" pitchFamily="34" charset="-122"/>
              </a:rPr>
              <a:t>、进入生产储存易燃易爆危险品的场所，必须执行消防安全规定。禁止非法携带易燃易爆危险品进入公共场所或者乘坐交通工具。</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31</a:t>
            </a:r>
            <a:r>
              <a:rPr lang="zh-CN" altLang="en-US" sz="2400" dirty="0" smtClean="0">
                <a:solidFill>
                  <a:schemeClr val="tx1"/>
                </a:solidFill>
                <a:latin typeface="微软雅黑" panose="020B0503020204020204" pitchFamily="34" charset="-122"/>
                <a:ea typeface="微软雅黑" panose="020B0503020204020204" pitchFamily="34" charset="-122"/>
              </a:rPr>
              <a:t>、任何单位和个人不得损坏挪用或者擅自拆除停用消防设施器材，不得埋压和圈占遮挡消防栓或者占用防火间距，不得占用堵塞封闭疏散通道、安全出口消防车通道。（</a:t>
            </a:r>
            <a:r>
              <a:rPr lang="en-US" altLang="zh-CN" sz="2400" dirty="0" smtClean="0">
                <a:solidFill>
                  <a:schemeClr val="tx1"/>
                </a:solidFill>
                <a:latin typeface="微软雅黑" panose="020B0503020204020204" pitchFamily="34" charset="-122"/>
                <a:ea typeface="微软雅黑" panose="020B0503020204020204" pitchFamily="34" charset="-122"/>
              </a:rPr>
              <a:t>  √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389890"/>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113790"/>
            <a:ext cx="2386965" cy="560070"/>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0" y="1573530"/>
            <a:ext cx="12065000" cy="5082540"/>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一、判断题</a:t>
            </a:r>
            <a:r>
              <a:rPr sz="2400" dirty="0" smtClean="0">
                <a:solidFill>
                  <a:srgbClr val="00B050"/>
                </a:solidFill>
                <a:latin typeface="微软雅黑" panose="020B0503020204020204" pitchFamily="34" charset="-122"/>
                <a:ea typeface="微软雅黑" panose="020B0503020204020204" pitchFamily="34" charset="-122"/>
              </a:rPr>
              <a:t> </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32</a:t>
            </a:r>
            <a:r>
              <a:rPr lang="zh-CN" altLang="en-US" sz="2400" dirty="0" smtClean="0">
                <a:solidFill>
                  <a:schemeClr val="tx1"/>
                </a:solidFill>
                <a:latin typeface="微软雅黑" panose="020B0503020204020204" pitchFamily="34" charset="-122"/>
                <a:ea typeface="微软雅黑" panose="020B0503020204020204" pitchFamily="34" charset="-122"/>
              </a:rPr>
              <a:t>、任何单位或者个人发现事故隐患或者安全生产违法行为，均有权向负有安全生产监督管理职责的部门报告或者举报</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33</a:t>
            </a:r>
            <a:r>
              <a:rPr lang="zh-CN" altLang="en-US" sz="2400" dirty="0" smtClean="0">
                <a:solidFill>
                  <a:schemeClr val="tx1"/>
                </a:solidFill>
                <a:latin typeface="微软雅黑" panose="020B0503020204020204" pitchFamily="34" charset="-122"/>
                <a:ea typeface="微软雅黑" panose="020B0503020204020204" pitchFamily="34" charset="-122"/>
              </a:rPr>
              <a:t>、生产经营单位不得因从业人员对本单位安全生产工作提出批评、检举控告、或者拒绝违章指挥，强令冒险作业而降低其工资、福利等待遇或者解除与其订立的劳动合同（</a:t>
            </a:r>
            <a:r>
              <a:rPr lang="en-US" altLang="zh-CN" sz="2400" dirty="0" smtClean="0">
                <a:solidFill>
                  <a:schemeClr val="tx1"/>
                </a:solidFill>
                <a:latin typeface="微软雅黑" panose="020B0503020204020204" pitchFamily="34" charset="-122"/>
                <a:ea typeface="微软雅黑" panose="020B0503020204020204" pitchFamily="34" charset="-122"/>
              </a:rPr>
              <a:t>√</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34</a:t>
            </a:r>
            <a:r>
              <a:rPr lang="zh-CN" altLang="en-US" sz="2400" dirty="0" smtClean="0">
                <a:solidFill>
                  <a:schemeClr val="tx1"/>
                </a:solidFill>
                <a:latin typeface="微软雅黑" panose="020B0503020204020204" pitchFamily="34" charset="-122"/>
                <a:ea typeface="微软雅黑" panose="020B0503020204020204" pitchFamily="34" charset="-122"/>
              </a:rPr>
              <a:t>、生产经营单位的主要负责人是本单位安全生产第一责任人，对本单位的安全生产工作全面负责，其他负责人对职责范围内的安全生产工作负责。</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35</a:t>
            </a:r>
            <a:r>
              <a:rPr lang="zh-CN" altLang="en-US" sz="2400" dirty="0" smtClean="0">
                <a:solidFill>
                  <a:schemeClr val="tx1"/>
                </a:solidFill>
                <a:latin typeface="微软雅黑" panose="020B0503020204020204" pitchFamily="34" charset="-122"/>
                <a:ea typeface="微软雅黑" panose="020B0503020204020204" pitchFamily="34" charset="-122"/>
              </a:rPr>
              <a:t>、生产经营单位进行爆破、吊装、动火、临时用电以及国务院应急管理部门规定的其他危险作业，应该安排专门人员进行现场管理，确保操作规程的的遵守和安全措施落实</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389890"/>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113790"/>
            <a:ext cx="2386965" cy="560070"/>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0" y="1293495"/>
            <a:ext cx="12065000" cy="5487035"/>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一、判断题</a:t>
            </a:r>
            <a:r>
              <a:rPr sz="2400" dirty="0" smtClean="0">
                <a:solidFill>
                  <a:srgbClr val="00B050"/>
                </a:solidFill>
                <a:latin typeface="微软雅黑" panose="020B0503020204020204" pitchFamily="34" charset="-122"/>
                <a:ea typeface="微软雅黑" panose="020B0503020204020204" pitchFamily="34" charset="-122"/>
              </a:rPr>
              <a:t> </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36</a:t>
            </a:r>
            <a:r>
              <a:rPr lang="zh-CN" altLang="en-US" sz="2400" dirty="0" smtClean="0">
                <a:solidFill>
                  <a:schemeClr val="tx1"/>
                </a:solidFill>
                <a:latin typeface="微软雅黑" panose="020B0503020204020204" pitchFamily="34" charset="-122"/>
                <a:ea typeface="微软雅黑" panose="020B0503020204020204" pitchFamily="34" charset="-122"/>
              </a:rPr>
              <a:t>、生产经营单位应当具备《安全生产法》和有关法律法规和国家标准或者行业标准规定的安全生产条件；不具备安全生产条件的，不得从事生产经营活动</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37</a:t>
            </a:r>
            <a:r>
              <a:rPr lang="zh-CN" altLang="en-US" sz="2400" dirty="0" smtClean="0">
                <a:solidFill>
                  <a:schemeClr val="tx1"/>
                </a:solidFill>
                <a:latin typeface="微软雅黑" panose="020B0503020204020204" pitchFamily="34" charset="-122"/>
                <a:ea typeface="微软雅黑" panose="020B0503020204020204" pitchFamily="34" charset="-122"/>
              </a:rPr>
              <a:t>、生产经营单位应当在有较大危险因素的生产经营场所和有关设施设备上，设置明显的安全警示标志。同时必须对设备进行经常性的维护保养，并定期检测，保证正常运转</a:t>
            </a:r>
            <a:r>
              <a:rPr lang="en-US" altLang="zh-CN" sz="2400" dirty="0" smtClean="0">
                <a:solidFill>
                  <a:schemeClr val="tx1"/>
                </a:solidFill>
                <a:latin typeface="微软雅黑" panose="020B0503020204020204" pitchFamily="34" charset="-122"/>
                <a:ea typeface="微软雅黑" panose="020B0503020204020204" pitchFamily="34" charset="-122"/>
              </a:rPr>
              <a:t>√</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38</a:t>
            </a:r>
            <a:r>
              <a:rPr lang="zh-CN" altLang="en-US" sz="2400" dirty="0" smtClean="0">
                <a:solidFill>
                  <a:schemeClr val="tx1"/>
                </a:solidFill>
                <a:latin typeface="微软雅黑" panose="020B0503020204020204" pitchFamily="34" charset="-122"/>
                <a:ea typeface="微软雅黑" panose="020B0503020204020204" pitchFamily="34" charset="-122"/>
              </a:rPr>
              <a:t>、生产经营单位应当针对本单位可能发生的生产安全事故的特点和危害，进行风险辨识和评估，制定相应的生产安全事故应急救援预案，并向本单位从业人员公示。（</a:t>
            </a:r>
            <a:r>
              <a:rPr lang="en-US" altLang="zh-CN" sz="2400" dirty="0" smtClean="0">
                <a:solidFill>
                  <a:schemeClr val="tx1"/>
                </a:solidFill>
                <a:latin typeface="微软雅黑" panose="020B0503020204020204" pitchFamily="34" charset="-122"/>
                <a:ea typeface="微软雅黑" panose="020B0503020204020204" pitchFamily="34" charset="-122"/>
              </a:rPr>
              <a:t>  √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39</a:t>
            </a:r>
            <a:r>
              <a:rPr lang="zh-CN" altLang="en-US" sz="2400" dirty="0" smtClean="0">
                <a:solidFill>
                  <a:schemeClr val="tx1"/>
                </a:solidFill>
                <a:latin typeface="微软雅黑" panose="020B0503020204020204" pitchFamily="34" charset="-122"/>
                <a:ea typeface="微软雅黑" panose="020B0503020204020204" pitchFamily="34" charset="-122"/>
              </a:rPr>
              <a:t>、习近平总书记指出</a:t>
            </a:r>
            <a:r>
              <a:rPr lang="en-US" altLang="zh-CN" sz="2400" dirty="0" smtClean="0">
                <a:solidFill>
                  <a:schemeClr val="tx1"/>
                </a:solidFill>
                <a:latin typeface="微软雅黑" panose="020B0503020204020204" pitchFamily="34" charset="-122"/>
                <a:ea typeface="微软雅黑" panose="020B0503020204020204" pitchFamily="34" charset="-122"/>
              </a:rPr>
              <a:t>“</a:t>
            </a:r>
            <a:r>
              <a:rPr lang="zh-CN" altLang="en-US" sz="2400" dirty="0" smtClean="0">
                <a:solidFill>
                  <a:schemeClr val="tx1"/>
                </a:solidFill>
                <a:latin typeface="微软雅黑" panose="020B0503020204020204" pitchFamily="34" charset="-122"/>
                <a:ea typeface="微软雅黑" panose="020B0503020204020204" pitchFamily="34" charset="-122"/>
              </a:rPr>
              <a:t>人民至上，生命至上</a:t>
            </a:r>
            <a:r>
              <a:rPr lang="en-US" altLang="zh-CN" sz="2400" dirty="0" smtClean="0">
                <a:solidFill>
                  <a:schemeClr val="tx1"/>
                </a:solidFill>
                <a:latin typeface="微软雅黑" panose="020B0503020204020204" pitchFamily="34" charset="-122"/>
                <a:ea typeface="微软雅黑" panose="020B0503020204020204" pitchFamily="34" charset="-122"/>
              </a:rPr>
              <a:t>”</a:t>
            </a:r>
            <a:r>
              <a:rPr lang="zh-CN" altLang="en-US" sz="2400" dirty="0" smtClean="0">
                <a:solidFill>
                  <a:schemeClr val="tx1"/>
                </a:solidFill>
                <a:latin typeface="微软雅黑" panose="020B0503020204020204" pitchFamily="34" charset="-122"/>
                <a:ea typeface="微软雅黑" panose="020B0503020204020204" pitchFamily="34" charset="-122"/>
              </a:rPr>
              <a:t>充分体现了总书记强烈的历史担当与深厚的人民情怀。</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40</a:t>
            </a:r>
            <a:r>
              <a:rPr lang="zh-CN" altLang="en-US" sz="2400" dirty="0" smtClean="0">
                <a:solidFill>
                  <a:schemeClr val="tx1"/>
                </a:solidFill>
                <a:latin typeface="微软雅黑" panose="020B0503020204020204" pitchFamily="34" charset="-122"/>
                <a:ea typeface="微软雅黑" panose="020B0503020204020204" pitchFamily="34" charset="-122"/>
              </a:rPr>
              <a:t>、习近平总书记指出，各级党委和政府要牢固树立安全发展理念，坚持人民利益</a:t>
            </a:r>
            <a:r>
              <a:rPr lang="zh-CN" altLang="en-US" sz="2400" dirty="0" smtClean="0">
                <a:solidFill>
                  <a:schemeClr val="tx1"/>
                </a:solidFill>
                <a:latin typeface="微软雅黑" panose="020B0503020204020204" pitchFamily="34" charset="-122"/>
                <a:ea typeface="微软雅黑" panose="020B0503020204020204" pitchFamily="34" charset="-122"/>
              </a:rPr>
              <a:t>之上</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zh-CN" altLang="en-US" sz="2400" dirty="0" smtClean="0">
                <a:solidFill>
                  <a:schemeClr val="tx1"/>
                </a:solidFill>
                <a:latin typeface="微软雅黑" panose="020B0503020204020204" pitchFamily="34" charset="-122"/>
                <a:ea typeface="微软雅黑" panose="020B0503020204020204" pitchFamily="34" charset="-122"/>
              </a:rPr>
              <a:t>始终把安全生产放在首位，切实维护人民群众生命财产安全。答案：（</a:t>
            </a:r>
            <a:r>
              <a:rPr lang="en-US" altLang="zh-CN" sz="2400" dirty="0" smtClean="0">
                <a:solidFill>
                  <a:schemeClr val="tx1"/>
                </a:solidFill>
                <a:latin typeface="微软雅黑" panose="020B0503020204020204" pitchFamily="34" charset="-122"/>
                <a:ea typeface="微软雅黑" panose="020B0503020204020204" pitchFamily="34" charset="-122"/>
              </a:rPr>
              <a:t>   √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262255"/>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036955"/>
            <a:ext cx="2386965" cy="41846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0" y="1293495"/>
            <a:ext cx="12065000" cy="5487035"/>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一、判断题</a:t>
            </a:r>
            <a:r>
              <a:rPr sz="2400" dirty="0" smtClean="0">
                <a:solidFill>
                  <a:srgbClr val="00B050"/>
                </a:solidFill>
                <a:latin typeface="微软雅黑" panose="020B0503020204020204" pitchFamily="34" charset="-122"/>
                <a:ea typeface="微软雅黑" panose="020B0503020204020204" pitchFamily="34" charset="-122"/>
              </a:rPr>
              <a:t> </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41</a:t>
            </a:r>
            <a:r>
              <a:rPr lang="zh-CN" altLang="en-US" sz="2400" dirty="0" smtClean="0">
                <a:solidFill>
                  <a:schemeClr val="tx1"/>
                </a:solidFill>
                <a:latin typeface="微软雅黑" panose="020B0503020204020204" pitchFamily="34" charset="-122"/>
                <a:ea typeface="微软雅黑" panose="020B0503020204020204" pitchFamily="34" charset="-122"/>
              </a:rPr>
              <a:t>、县级以上地方人民政府应当按照国家有关规定，对在安全生产事故应急救援中伤亡的人员及时给与救治和抚恤，符合烈士评定条件的，按照国家有关规定评定为烈士</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42</a:t>
            </a:r>
            <a:r>
              <a:rPr lang="zh-CN" altLang="en-US" sz="2400" dirty="0" smtClean="0">
                <a:solidFill>
                  <a:schemeClr val="tx1"/>
                </a:solidFill>
                <a:latin typeface="微软雅黑" panose="020B0503020204020204" pitchFamily="34" charset="-122"/>
                <a:ea typeface="微软雅黑" panose="020B0503020204020204" pitchFamily="34" charset="-122"/>
              </a:rPr>
              <a:t>、依据《中华人民共和国消防法》，个人占用、堵塞、封闭疏散通道，安全出口或者其他妨碍安全疏散行为的，处警告或者五百元以下罚款。</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43</a:t>
            </a:r>
            <a:r>
              <a:rPr lang="zh-CN" altLang="en-US" sz="2400" dirty="0" smtClean="0">
                <a:solidFill>
                  <a:schemeClr val="tx1"/>
                </a:solidFill>
                <a:latin typeface="微软雅黑" panose="020B0503020204020204" pitchFamily="34" charset="-122"/>
                <a:ea typeface="微软雅黑" panose="020B0503020204020204" pitchFamily="34" charset="-122"/>
              </a:rPr>
              <a:t>、依据《中华人民共和国消防法》，违反规定使用明火作业或者在具有火灾爆炸危险场所吸烟使用明火的，处警告或者五百元以下罚款，情节严重的处</a:t>
            </a:r>
            <a:r>
              <a:rPr lang="en-US" altLang="zh-CN" sz="2400" dirty="0" smtClean="0">
                <a:solidFill>
                  <a:schemeClr val="tx1"/>
                </a:solidFill>
                <a:latin typeface="微软雅黑" panose="020B0503020204020204" pitchFamily="34" charset="-122"/>
                <a:ea typeface="微软雅黑" panose="020B0503020204020204" pitchFamily="34" charset="-122"/>
              </a:rPr>
              <a:t>5</a:t>
            </a:r>
            <a:r>
              <a:rPr lang="zh-CN" altLang="en-US" sz="2400" dirty="0" smtClean="0">
                <a:solidFill>
                  <a:schemeClr val="tx1"/>
                </a:solidFill>
                <a:latin typeface="微软雅黑" panose="020B0503020204020204" pitchFamily="34" charset="-122"/>
                <a:ea typeface="微软雅黑" panose="020B0503020204020204" pitchFamily="34" charset="-122"/>
              </a:rPr>
              <a:t>日以下拘留，（</a:t>
            </a:r>
            <a:r>
              <a:rPr lang="en-US" altLang="zh-CN" sz="2400" dirty="0" smtClean="0">
                <a:solidFill>
                  <a:schemeClr val="tx1"/>
                </a:solidFill>
                <a:latin typeface="微软雅黑" panose="020B0503020204020204" pitchFamily="34" charset="-122"/>
                <a:ea typeface="微软雅黑" panose="020B0503020204020204" pitchFamily="34" charset="-122"/>
              </a:rPr>
              <a:t>√</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44</a:t>
            </a:r>
            <a:r>
              <a:rPr lang="zh-CN" altLang="en-US" sz="2400" dirty="0" smtClean="0">
                <a:solidFill>
                  <a:schemeClr val="tx1"/>
                </a:solidFill>
                <a:latin typeface="微软雅黑" panose="020B0503020204020204" pitchFamily="34" charset="-122"/>
                <a:ea typeface="微软雅黑" panose="020B0503020204020204" pitchFamily="34" charset="-122"/>
              </a:rPr>
              <a:t>、用人单位应当按时缴纳工伤保险费，由单位和职工按照一定比例分摊</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45</a:t>
            </a:r>
            <a:r>
              <a:rPr lang="zh-CN" altLang="en-US" sz="2400" dirty="0" smtClean="0">
                <a:solidFill>
                  <a:schemeClr val="tx1"/>
                </a:solidFill>
                <a:latin typeface="微软雅黑" panose="020B0503020204020204" pitchFamily="34" charset="-122"/>
                <a:ea typeface="微软雅黑" panose="020B0503020204020204" pitchFamily="34" charset="-122"/>
              </a:rPr>
              <a:t>、依据《生产安全事故报告和调查处理条例》事故报告应当及时准确完整，任何单位和个人不得迟报、漏报、谎报或者瞒报。</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46</a:t>
            </a:r>
            <a:r>
              <a:rPr lang="zh-CN" altLang="en-US" sz="2400" dirty="0" smtClean="0">
                <a:solidFill>
                  <a:schemeClr val="tx1"/>
                </a:solidFill>
                <a:latin typeface="微软雅黑" panose="020B0503020204020204" pitchFamily="34" charset="-122"/>
                <a:ea typeface="微软雅黑" panose="020B0503020204020204" pitchFamily="34" charset="-122"/>
              </a:rPr>
              <a:t>、依据《突发事件应对法》突发事件应对工作实行预防为主防治结合的原则</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262255"/>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036955"/>
            <a:ext cx="2386965" cy="41846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0" y="1293495"/>
            <a:ext cx="12065000" cy="5487035"/>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一、判断题</a:t>
            </a:r>
            <a:r>
              <a:rPr sz="2400" dirty="0" smtClean="0">
                <a:solidFill>
                  <a:srgbClr val="00B050"/>
                </a:solidFill>
                <a:latin typeface="微软雅黑" panose="020B0503020204020204" pitchFamily="34" charset="-122"/>
                <a:ea typeface="微软雅黑" panose="020B0503020204020204" pitchFamily="34" charset="-122"/>
              </a:rPr>
              <a:t> </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47</a:t>
            </a:r>
            <a:r>
              <a:rPr lang="zh-CN" altLang="en-US" sz="2400" dirty="0" smtClean="0">
                <a:solidFill>
                  <a:schemeClr val="tx1"/>
                </a:solidFill>
                <a:latin typeface="微软雅黑" panose="020B0503020204020204" pitchFamily="34" charset="-122"/>
                <a:ea typeface="微软雅黑" panose="020B0503020204020204" pitchFamily="34" charset="-122"/>
              </a:rPr>
              <a:t>、依据《特种作业人员安全技术培训考核管理规定》，特种作业人员取得特种作业操作证后，定期复审或者延期复审不需要再参加安全培训，可以直接申请考试。</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48</a:t>
            </a:r>
            <a:r>
              <a:rPr lang="zh-CN" altLang="en-US" sz="2400" dirty="0" smtClean="0">
                <a:solidFill>
                  <a:schemeClr val="tx1"/>
                </a:solidFill>
                <a:latin typeface="微软雅黑" panose="020B0503020204020204" pitchFamily="34" charset="-122"/>
                <a:ea typeface="微软雅黑" panose="020B0503020204020204" pitchFamily="34" charset="-122"/>
              </a:rPr>
              <a:t>、依据《特种作业人员安全技术培训考核管理规定》，已经取得职业高中、技工学校以及中专以上学历的毕业生从事与其所学专业相应的特种作业，持学历证明经考核发证机关同意，可以免予所有的安全培训，直接申请考试。</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49</a:t>
            </a:r>
            <a:r>
              <a:rPr lang="zh-CN" altLang="en-US" sz="2400" dirty="0" smtClean="0">
                <a:solidFill>
                  <a:schemeClr val="tx1"/>
                </a:solidFill>
                <a:latin typeface="微软雅黑" panose="020B0503020204020204" pitchFamily="34" charset="-122"/>
                <a:ea typeface="微软雅黑" panose="020B0503020204020204" pitchFamily="34" charset="-122"/>
              </a:rPr>
              <a:t>、生产经营单位未制定生产安全事故应急预案、未定期组织应急救援预案演练，未对从业人员进行应急教育和培训，生产经营单位的主要负责人在本单位发生生产安全事故时不立即组织救援的，由县级以上人民政府负有安全生产监督管理部门依照《中华人民共和国安全生产法》有关规定追究法律责任。</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262255"/>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036955"/>
            <a:ext cx="2386965" cy="41846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0" y="1293495"/>
            <a:ext cx="12065000" cy="5487035"/>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一、判断题</a:t>
            </a:r>
            <a:r>
              <a:rPr sz="2400" dirty="0" smtClean="0">
                <a:solidFill>
                  <a:srgbClr val="00B050"/>
                </a:solidFill>
                <a:latin typeface="微软雅黑" panose="020B0503020204020204" pitchFamily="34" charset="-122"/>
                <a:ea typeface="微软雅黑" panose="020B0503020204020204" pitchFamily="34" charset="-122"/>
              </a:rPr>
              <a:t> </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50</a:t>
            </a:r>
            <a:r>
              <a:rPr lang="zh-CN" altLang="en-US" sz="2400" dirty="0" smtClean="0">
                <a:solidFill>
                  <a:schemeClr val="tx1"/>
                </a:solidFill>
                <a:latin typeface="微软雅黑" panose="020B0503020204020204" pitchFamily="34" charset="-122"/>
                <a:ea typeface="微软雅黑" panose="020B0503020204020204" pitchFamily="34" charset="-122"/>
              </a:rPr>
              <a:t>、依据《工贸企业重大事故隐患判定标准》（中华人民共和国应急管理部第</a:t>
            </a:r>
            <a:r>
              <a:rPr lang="en-US" altLang="zh-CN" sz="2400" dirty="0" smtClean="0">
                <a:solidFill>
                  <a:schemeClr val="tx1"/>
                </a:solidFill>
                <a:latin typeface="微软雅黑" panose="020B0503020204020204" pitchFamily="34" charset="-122"/>
                <a:ea typeface="微软雅黑" panose="020B0503020204020204" pitchFamily="34" charset="-122"/>
              </a:rPr>
              <a:t>10</a:t>
            </a:r>
            <a:r>
              <a:rPr lang="zh-CN" altLang="en-US" sz="2400" dirty="0" smtClean="0">
                <a:solidFill>
                  <a:schemeClr val="tx1"/>
                </a:solidFill>
                <a:latin typeface="微软雅黑" panose="020B0503020204020204" pitchFamily="34" charset="-122"/>
                <a:ea typeface="微软雅黑" panose="020B0503020204020204" pitchFamily="34" charset="-122"/>
              </a:rPr>
              <a:t>号令）特种作业人员无证上岗的被判定为重大事故隐患。</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51</a:t>
            </a:r>
            <a:r>
              <a:rPr lang="zh-CN" altLang="en-US" sz="2400" dirty="0" smtClean="0">
                <a:solidFill>
                  <a:schemeClr val="tx1"/>
                </a:solidFill>
                <a:latin typeface="微软雅黑" panose="020B0503020204020204" pitchFamily="34" charset="-122"/>
                <a:ea typeface="微软雅黑" panose="020B0503020204020204" pitchFamily="34" charset="-122"/>
              </a:rPr>
              <a:t>、依据《特种作业人员安全技术培训考核管理规定》具备安全培训条件的生产经营单位可以自主开展特种作业人员安全技术培训。</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52</a:t>
            </a:r>
            <a:r>
              <a:rPr lang="zh-CN" altLang="en-US" sz="2400" dirty="0" smtClean="0">
                <a:solidFill>
                  <a:schemeClr val="tx1"/>
                </a:solidFill>
                <a:latin typeface="微软雅黑" panose="020B0503020204020204" pitchFamily="34" charset="-122"/>
                <a:ea typeface="微软雅黑" panose="020B0503020204020204" pitchFamily="34" charset="-122"/>
              </a:rPr>
              <a:t>、违反消防管理法规，经消防管理机构通知采取改正措施而拒绝执行，造成严重后果的，对直接责任人员，处三年以下有期徒刑或者拘役。</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53</a:t>
            </a:r>
            <a:r>
              <a:rPr lang="zh-CN" altLang="en-US" sz="2400" dirty="0" smtClean="0">
                <a:solidFill>
                  <a:schemeClr val="tx1"/>
                </a:solidFill>
                <a:latin typeface="微软雅黑" panose="020B0503020204020204" pitchFamily="34" charset="-122"/>
                <a:ea typeface="微软雅黑" panose="020B0503020204020204" pitchFamily="34" charset="-122"/>
              </a:rPr>
              <a:t>、为了加强防盗工作，企业可以对人员密集场所的窗户加设封闭式防盗窗</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54</a:t>
            </a:r>
            <a:r>
              <a:rPr lang="zh-CN" altLang="en-US" sz="2400" dirty="0" smtClean="0">
                <a:solidFill>
                  <a:schemeClr val="tx1"/>
                </a:solidFill>
                <a:latin typeface="微软雅黑" panose="020B0503020204020204" pitchFamily="34" charset="-122"/>
                <a:ea typeface="微软雅黑" panose="020B0503020204020204" pitchFamily="34" charset="-122"/>
              </a:rPr>
              <a:t>、为了保证电气作业的安全性，新入厂的工作人员只有接受工厂车间等部门的两级安全教育，才能从事电气作业。</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262255"/>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036955"/>
            <a:ext cx="2386965" cy="41846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0" y="1293495"/>
            <a:ext cx="12065000" cy="5487035"/>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一、判断题</a:t>
            </a:r>
            <a:r>
              <a:rPr sz="2400" dirty="0" smtClean="0">
                <a:solidFill>
                  <a:srgbClr val="00B050"/>
                </a:solidFill>
                <a:latin typeface="微软雅黑" panose="020B0503020204020204" pitchFamily="34" charset="-122"/>
                <a:ea typeface="微软雅黑" panose="020B0503020204020204" pitchFamily="34" charset="-122"/>
              </a:rPr>
              <a:t> </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55</a:t>
            </a:r>
            <a:r>
              <a:rPr lang="zh-CN" altLang="en-US" sz="2400" dirty="0" smtClean="0">
                <a:solidFill>
                  <a:schemeClr val="tx1"/>
                </a:solidFill>
                <a:latin typeface="微软雅黑" panose="020B0503020204020204" pitchFamily="34" charset="-122"/>
                <a:ea typeface="微软雅黑" panose="020B0503020204020204" pitchFamily="34" charset="-122"/>
              </a:rPr>
              <a:t>、《安全生产法》明确，应当把保护人的生命安全放在首位，树牢安全发展理念（</a:t>
            </a:r>
            <a:r>
              <a:rPr lang="en-US" altLang="zh-CN" sz="2400" dirty="0" smtClean="0">
                <a:solidFill>
                  <a:schemeClr val="tx1"/>
                </a:solidFill>
                <a:latin typeface="微软雅黑" panose="020B0503020204020204" pitchFamily="34" charset="-122"/>
                <a:ea typeface="微软雅黑" panose="020B0503020204020204" pitchFamily="34" charset="-122"/>
              </a:rPr>
              <a:t>√</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56</a:t>
            </a:r>
            <a:r>
              <a:rPr lang="zh-CN" altLang="en-US" sz="2400" dirty="0" smtClean="0">
                <a:solidFill>
                  <a:schemeClr val="tx1"/>
                </a:solidFill>
                <a:latin typeface="微软雅黑" panose="020B0503020204020204" pitchFamily="34" charset="-122"/>
                <a:ea typeface="微软雅黑" panose="020B0503020204020204" pitchFamily="34" charset="-122"/>
              </a:rPr>
              <a:t>、从业人员发现直接危及人身安全的紧急情况时，必须经管理人员同意才能停止作业，不得擅自采取可能的应急措施后撤离作业现场。</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57</a:t>
            </a:r>
            <a:r>
              <a:rPr lang="zh-CN" altLang="en-US" sz="2400" dirty="0" smtClean="0">
                <a:solidFill>
                  <a:schemeClr val="tx1"/>
                </a:solidFill>
                <a:latin typeface="微软雅黑" panose="020B0503020204020204" pitchFamily="34" charset="-122"/>
                <a:ea typeface="微软雅黑" panose="020B0503020204020204" pitchFamily="34" charset="-122"/>
              </a:rPr>
              <a:t>、从业人员应当接受安全生产教育和培训，掌握本职工作所需的安全生产技能，增强事故预防和应急处理能力。</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58</a:t>
            </a:r>
            <a:r>
              <a:rPr lang="zh-CN" altLang="en-US" sz="2400" dirty="0" smtClean="0">
                <a:solidFill>
                  <a:schemeClr val="tx1"/>
                </a:solidFill>
                <a:latin typeface="微软雅黑" panose="020B0503020204020204" pitchFamily="34" charset="-122"/>
                <a:ea typeface="微软雅黑" panose="020B0503020204020204" pitchFamily="34" charset="-122"/>
              </a:rPr>
              <a:t>、安全生产是管理者的责任，生产经营单位的从业人员，不必要对本单位的安全生产工作提出建议和意见。</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59</a:t>
            </a:r>
            <a:r>
              <a:rPr lang="zh-CN" altLang="en-US" sz="2400" dirty="0" smtClean="0">
                <a:solidFill>
                  <a:schemeClr val="tx1"/>
                </a:solidFill>
                <a:latin typeface="微软雅黑" panose="020B0503020204020204" pitchFamily="34" charset="-122"/>
                <a:ea typeface="微软雅黑" panose="020B0503020204020204" pitchFamily="34" charset="-122"/>
              </a:rPr>
              <a:t>、当生产安全事故发生后，有关职责部门的负责人应立即赶到事故现场，组织事故抢救，任何单位和个人都应当配合事故抢救，并提供一切便利条件。（</a:t>
            </a:r>
            <a:r>
              <a:rPr lang="en-US" altLang="zh-CN" sz="2400" dirty="0" smtClean="0">
                <a:solidFill>
                  <a:schemeClr val="tx1"/>
                </a:solidFill>
                <a:latin typeface="微软雅黑" panose="020B0503020204020204" pitchFamily="34" charset="-122"/>
                <a:ea typeface="微软雅黑" panose="020B0503020204020204" pitchFamily="34" charset="-122"/>
              </a:rPr>
              <a:t>  √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262255"/>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036955"/>
            <a:ext cx="2386965" cy="41846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0" y="1293495"/>
            <a:ext cx="12065000" cy="5487035"/>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一、判断题</a:t>
            </a:r>
            <a:r>
              <a:rPr sz="2400" dirty="0" smtClean="0">
                <a:solidFill>
                  <a:srgbClr val="00B050"/>
                </a:solidFill>
                <a:latin typeface="微软雅黑" panose="020B0503020204020204" pitchFamily="34" charset="-122"/>
                <a:ea typeface="微软雅黑" panose="020B0503020204020204" pitchFamily="34" charset="-122"/>
              </a:rPr>
              <a:t> </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60</a:t>
            </a:r>
            <a:r>
              <a:rPr lang="zh-CN" altLang="en-US" sz="2400" dirty="0" smtClean="0">
                <a:solidFill>
                  <a:schemeClr val="tx1"/>
                </a:solidFill>
                <a:latin typeface="微软雅黑" panose="020B0503020204020204" pitchFamily="34" charset="-122"/>
                <a:ea typeface="微软雅黑" panose="020B0503020204020204" pitchFamily="34" charset="-122"/>
              </a:rPr>
              <a:t>、对遭受或者可能遭受急性职业危害的劳动者，用人单位应当及时组织救治进行健康检查和医学观察，所需费用由用人单位承担。</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61</a:t>
            </a:r>
            <a:r>
              <a:rPr lang="zh-CN" altLang="en-US" sz="2400" dirty="0" smtClean="0">
                <a:solidFill>
                  <a:schemeClr val="tx1"/>
                </a:solidFill>
                <a:latin typeface="微软雅黑" panose="020B0503020204020204" pitchFamily="34" charset="-122"/>
                <a:ea typeface="微软雅黑" panose="020B0503020204020204" pitchFamily="34" charset="-122"/>
              </a:rPr>
              <a:t>、李某为提高生产效率增加工资收入，违反有关安全管理规定，关闭了安全防护装置，这种行为会带来发生重大伤亡事故的现实危险，，所幸的是没有发生生产安全事故，所以李某不会被追究刑事责任。</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62</a:t>
            </a:r>
            <a:r>
              <a:rPr lang="zh-CN" altLang="en-US" sz="2400" dirty="0" smtClean="0">
                <a:solidFill>
                  <a:schemeClr val="tx1"/>
                </a:solidFill>
                <a:latin typeface="微软雅黑" panose="020B0503020204020204" pitchFamily="34" charset="-122"/>
                <a:ea typeface="微软雅黑" panose="020B0503020204020204" pitchFamily="34" charset="-122"/>
              </a:rPr>
              <a:t>、职工在工作时间和工作岗位，突发疾病死亡或者在</a:t>
            </a:r>
            <a:r>
              <a:rPr lang="en-US" altLang="zh-CN" sz="2400" dirty="0" smtClean="0">
                <a:solidFill>
                  <a:schemeClr val="tx1"/>
                </a:solidFill>
                <a:latin typeface="微软雅黑" panose="020B0503020204020204" pitchFamily="34" charset="-122"/>
                <a:ea typeface="微软雅黑" panose="020B0503020204020204" pitchFamily="34" charset="-122"/>
              </a:rPr>
              <a:t>72</a:t>
            </a:r>
            <a:r>
              <a:rPr lang="zh-CN" altLang="en-US" sz="2400" dirty="0" smtClean="0">
                <a:solidFill>
                  <a:schemeClr val="tx1"/>
                </a:solidFill>
                <a:latin typeface="微软雅黑" panose="020B0503020204020204" pitchFamily="34" charset="-122"/>
                <a:ea typeface="微软雅黑" panose="020B0503020204020204" pitchFamily="34" charset="-122"/>
              </a:rPr>
              <a:t>小时之内经抢救无效死亡的，视同工伤。</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63</a:t>
            </a:r>
            <a:r>
              <a:rPr lang="zh-CN" altLang="en-US" sz="2400" dirty="0" smtClean="0">
                <a:solidFill>
                  <a:schemeClr val="tx1"/>
                </a:solidFill>
                <a:latin typeface="微软雅黑" panose="020B0503020204020204" pitchFamily="34" charset="-122"/>
                <a:ea typeface="微软雅黑" panose="020B0503020204020204" pitchFamily="34" charset="-122"/>
              </a:rPr>
              <a:t>、出现火灾时若无法通过安全出口撤离，可利用建筑物阳台，避难层缓降器、应急逃生绳等逃生，也可以将被单台布结成牢固的绳索，牢系在窗栏上，順绳滑至安全楼层（</a:t>
            </a:r>
            <a:r>
              <a:rPr lang="en-US" altLang="zh-CN"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262255"/>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036955"/>
            <a:ext cx="2386965" cy="41846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126365" y="1249680"/>
            <a:ext cx="11833225" cy="5530850"/>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  </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64</a:t>
            </a:r>
            <a:r>
              <a:rPr lang="zh-CN" altLang="en-US" sz="2400" dirty="0" smtClean="0">
                <a:solidFill>
                  <a:schemeClr val="tx1"/>
                </a:solidFill>
                <a:latin typeface="微软雅黑" panose="020B0503020204020204" pitchFamily="34" charset="-122"/>
                <a:ea typeface="微软雅黑" panose="020B0503020204020204" pitchFamily="34" charset="-122"/>
              </a:rPr>
              <a:t>、工伤职工拒不接受劳动能力鉴定或者拒绝治疗的，停止享受工伤保险待遇</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65</a:t>
            </a:r>
            <a:r>
              <a:rPr lang="zh-CN" altLang="en-US" sz="2400" dirty="0" smtClean="0">
                <a:solidFill>
                  <a:schemeClr val="tx1"/>
                </a:solidFill>
                <a:latin typeface="微软雅黑" panose="020B0503020204020204" pitchFamily="34" charset="-122"/>
                <a:ea typeface="微软雅黑" panose="020B0503020204020204" pitchFamily="34" charset="-122"/>
              </a:rPr>
              <a:t>、生产经营单位发现从业人员的身体心理状况和行为习惯出现异常时，应加强对从业人员的心理疏导精神慰藉</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66</a:t>
            </a:r>
            <a:r>
              <a:rPr lang="zh-CN" altLang="en-US" sz="2400" dirty="0" smtClean="0">
                <a:solidFill>
                  <a:schemeClr val="tx1"/>
                </a:solidFill>
                <a:latin typeface="微软雅黑" panose="020B0503020204020204" pitchFamily="34" charset="-122"/>
                <a:ea typeface="微软雅黑" panose="020B0503020204020204" pitchFamily="34" charset="-122"/>
              </a:rPr>
              <a:t>、生产经营单位使用被派遣劳动者的，被派遣劳动者享有《安全生产法》规定的从业人员的权利，并应当履行《安全生产法》规定的从业人员的义务。</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67</a:t>
            </a:r>
            <a:r>
              <a:rPr lang="zh-CN" altLang="en-US" sz="2400" dirty="0" smtClean="0">
                <a:solidFill>
                  <a:schemeClr val="tx1"/>
                </a:solidFill>
                <a:latin typeface="微软雅黑" panose="020B0503020204020204" pitchFamily="34" charset="-122"/>
                <a:ea typeface="微软雅黑" panose="020B0503020204020204" pitchFamily="34" charset="-122"/>
              </a:rPr>
              <a:t>、依照《中华人民共和国消防法》，个人占用、堵塞，封闭疏散通道，安全出口或者有其它妨碍疏散行为的，处警告或者伍佰元以下罚款。</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en-US" altLang="zh-CN" sz="2400">
                <a:solidFill>
                  <a:schemeClr val="tx1"/>
                </a:solidFill>
                <a:latin typeface="微软雅黑" panose="020B0503020204020204" pitchFamily="34" charset="-122"/>
                <a:ea typeface="微软雅黑" panose="020B0503020204020204" pitchFamily="34" charset="-122"/>
                <a:sym typeface="+mn-ea"/>
              </a:rPr>
              <a:t>                              </a:t>
            </a:r>
            <a:r>
              <a:rPr lang="zh-CN" altLang="en-US" sz="2400">
                <a:solidFill>
                  <a:schemeClr val="tx1"/>
                </a:solidFill>
                <a:latin typeface="微软雅黑" panose="020B0503020204020204" pitchFamily="34" charset="-122"/>
                <a:ea typeface="微软雅黑" panose="020B0503020204020204" pitchFamily="34" charset="-122"/>
                <a:sym typeface="+mn-ea"/>
              </a:rPr>
              <a:t>（</a:t>
            </a:r>
            <a:r>
              <a:rPr lang="en-US" altLang="zh-CN" sz="2400">
                <a:solidFill>
                  <a:schemeClr val="tx1"/>
                </a:solidFill>
                <a:latin typeface="微软雅黑" panose="020B0503020204020204" pitchFamily="34" charset="-122"/>
                <a:ea typeface="微软雅黑" panose="020B0503020204020204" pitchFamily="34" charset="-122"/>
                <a:sym typeface="+mn-ea"/>
              </a:rPr>
              <a:t>√</a:t>
            </a:r>
            <a:r>
              <a:rPr lang="zh-CN" altLang="en-US" sz="2400">
                <a:solidFill>
                  <a:schemeClr val="tx1"/>
                </a:solidFill>
                <a:latin typeface="微软雅黑" panose="020B0503020204020204" pitchFamily="34" charset="-122"/>
                <a:ea typeface="微软雅黑" panose="020B0503020204020204" pitchFamily="34" charset="-122"/>
                <a:sym typeface="+mn-ea"/>
              </a:rPr>
              <a:t>）</a:t>
            </a:r>
            <a:r>
              <a:rPr lang="en-US" altLang="zh-CN" sz="2400">
                <a:solidFill>
                  <a:schemeClr val="tx1"/>
                </a:solidFill>
                <a:latin typeface="微软雅黑" panose="020B0503020204020204" pitchFamily="34" charset="-122"/>
                <a:ea typeface="微软雅黑" panose="020B0503020204020204" pitchFamily="34" charset="-122"/>
                <a:sym typeface="+mn-ea"/>
              </a:rPr>
              <a:t> </a:t>
            </a:r>
            <a:endParaRPr lang="en-US" altLang="zh-CN" sz="2400">
              <a:solidFill>
                <a:schemeClr val="tx1"/>
              </a:solidFill>
              <a:latin typeface="微软雅黑" panose="020B0503020204020204" pitchFamily="34" charset="-122"/>
              <a:ea typeface="微软雅黑" panose="020B0503020204020204" pitchFamily="34" charset="-122"/>
              <a:sym typeface="+mn-ea"/>
            </a:endParaRPr>
          </a:p>
          <a:p>
            <a:pPr>
              <a:lnSpc>
                <a:spcPct val="130000"/>
              </a:lnSpc>
            </a:pPr>
            <a:r>
              <a:rPr lang="en-US" altLang="zh-CN" sz="2400">
                <a:solidFill>
                  <a:schemeClr val="tx1"/>
                </a:solidFill>
                <a:latin typeface="微软雅黑" panose="020B0503020204020204" pitchFamily="34" charset="-122"/>
                <a:ea typeface="微软雅黑" panose="020B0503020204020204" pitchFamily="34" charset="-122"/>
                <a:sym typeface="+mn-ea"/>
              </a:rPr>
              <a:t>68</a:t>
            </a:r>
            <a:r>
              <a:rPr lang="zh-CN" altLang="en-US" sz="2400">
                <a:solidFill>
                  <a:schemeClr val="tx1"/>
                </a:solidFill>
                <a:latin typeface="微软雅黑" panose="020B0503020204020204" pitchFamily="34" charset="-122"/>
                <a:ea typeface="微软雅黑" panose="020B0503020204020204" pitchFamily="34" charset="-122"/>
                <a:sym typeface="+mn-ea"/>
              </a:rPr>
              <a:t>依据《生产安全事故报告和调查处理条例》，事故发生后，有关单位和人员应当妥善保护事故现场以及相关信息，任何单位和个人不得破坏事故现场，毁灭相关证据</a:t>
            </a:r>
            <a:r>
              <a:rPr lang="en-US" altLang="zh-CN" sz="2400">
                <a:solidFill>
                  <a:schemeClr val="tx1"/>
                </a:solidFill>
                <a:latin typeface="微软雅黑" panose="020B0503020204020204" pitchFamily="34" charset="-122"/>
                <a:ea typeface="微软雅黑" panose="020B0503020204020204" pitchFamily="34" charset="-122"/>
                <a:sym typeface="+mn-ea"/>
              </a:rPr>
              <a:t> </a:t>
            </a:r>
            <a:r>
              <a:rPr lang="zh-CN" altLang="en-US" sz="2400">
                <a:solidFill>
                  <a:schemeClr val="tx1"/>
                </a:solidFill>
                <a:latin typeface="微软雅黑" panose="020B0503020204020204" pitchFamily="34" charset="-122"/>
                <a:ea typeface="微软雅黑" panose="020B0503020204020204" pitchFamily="34" charset="-122"/>
                <a:sym typeface="+mn-ea"/>
              </a:rPr>
              <a:t>（</a:t>
            </a:r>
            <a:r>
              <a:rPr lang="en-US" altLang="zh-CN" sz="2400">
                <a:solidFill>
                  <a:schemeClr val="tx1"/>
                </a:solidFill>
                <a:latin typeface="微软雅黑" panose="020B0503020204020204" pitchFamily="34" charset="-122"/>
                <a:ea typeface="微软雅黑" panose="020B0503020204020204" pitchFamily="34" charset="-122"/>
                <a:sym typeface="+mn-ea"/>
              </a:rPr>
              <a:t>√  </a:t>
            </a:r>
            <a:r>
              <a:rPr lang="zh-CN" altLang="en-US" sz="2400">
                <a:solidFill>
                  <a:schemeClr val="tx1"/>
                </a:solidFill>
                <a:latin typeface="微软雅黑" panose="020B0503020204020204" pitchFamily="34" charset="-122"/>
                <a:ea typeface="微软雅黑" panose="020B0503020204020204" pitchFamily="34" charset="-122"/>
                <a:sym typeface="+mn-ea"/>
              </a:rPr>
              <a:t>）</a:t>
            </a:r>
            <a:r>
              <a:rPr lang="en-US" altLang="zh-CN" sz="2400">
                <a:solidFill>
                  <a:schemeClr val="tx1"/>
                </a:solidFill>
                <a:latin typeface="微软雅黑" panose="020B0503020204020204" pitchFamily="34" charset="-122"/>
                <a:ea typeface="微软雅黑" panose="020B0503020204020204" pitchFamily="34" charset="-122"/>
                <a:sym typeface="+mn-ea"/>
              </a:rPr>
              <a:t>                                                              </a:t>
            </a:r>
            <a:endParaRPr lang="zh-CN" altLang="en-US" sz="2400">
              <a:solidFill>
                <a:schemeClr val="tx1"/>
              </a:solidFill>
              <a:latin typeface="微软雅黑" panose="020B0503020204020204" pitchFamily="34" charset="-122"/>
              <a:ea typeface="微软雅黑" panose="020B0503020204020204" pitchFamily="34" charset="-122"/>
            </a:endParaRPr>
          </a:p>
          <a:p>
            <a:pPr>
              <a:lnSpc>
                <a:spcPct val="130000"/>
              </a:lnSpc>
            </a:pP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262255"/>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036955"/>
            <a:ext cx="2386965" cy="41846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345440" y="1249680"/>
            <a:ext cx="1845945" cy="522605"/>
          </a:xfrm>
          <a:prstGeom prst="rect">
            <a:avLst/>
          </a:prstGeom>
          <a:noFill/>
        </p:spPr>
        <p:txBody>
          <a:bodyPr wrap="square" rtlCol="0"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sym typeface="+mn-ea"/>
              </a:rPr>
              <a:t>一、判断题</a:t>
            </a:r>
            <a:r>
              <a:rPr sz="2400" dirty="0" smtClean="0">
                <a:solidFill>
                  <a:srgbClr val="00B050"/>
                </a:solidFill>
                <a:latin typeface="微软雅黑" panose="020B0503020204020204" pitchFamily="34" charset="-122"/>
                <a:ea typeface="微软雅黑" panose="020B0503020204020204" pitchFamily="34" charset="-122"/>
                <a:sym typeface="+mn-ea"/>
              </a:rPr>
              <a:t> </a:t>
            </a:r>
            <a:endParaRPr lang="zh-CN" altLang="en-US" sz="2400" dirty="0" smtClean="0">
              <a:solidFill>
                <a:srgbClr val="00B050"/>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688975" y="1821815"/>
            <a:ext cx="10872470" cy="4462780"/>
          </a:xfrm>
          <a:prstGeom prst="rect">
            <a:avLst/>
          </a:prstGeom>
          <a:noFill/>
          <a:ln w="9525">
            <a:noFill/>
          </a:ln>
          <a:effectLst>
            <a:prstShdw prst="shdw12" dir="16200000">
              <a:schemeClr val="bg2">
                <a:alpha val="50000"/>
              </a:schemeClr>
            </a:prstShdw>
          </a:effectLst>
        </p:spPr>
        <p:txBody>
          <a:bodyPr wrap="square" anchor="t">
            <a:noAutofit/>
          </a:bodyPr>
          <a:p>
            <a:pPr marL="0" lvl="1">
              <a:lnSpc>
                <a:spcPct val="130000"/>
              </a:lnSpc>
            </a:pPr>
            <a:r>
              <a:rPr lang="en-US" altLang="zh-CN" sz="2400" dirty="0" smtClean="0">
                <a:latin typeface="微软雅黑" panose="020B0503020204020204" pitchFamily="34" charset="-122"/>
                <a:ea typeface="微软雅黑" panose="020B0503020204020204" pitchFamily="34" charset="-122"/>
                <a:sym typeface="+mn-ea"/>
              </a:rPr>
              <a:t>69</a:t>
            </a:r>
            <a:r>
              <a:rPr lang="zh-CN" altLang="en-US" sz="2400" dirty="0" smtClean="0">
                <a:latin typeface="微软雅黑" panose="020B0503020204020204" pitchFamily="34" charset="-122"/>
                <a:ea typeface="微软雅黑" panose="020B0503020204020204" pitchFamily="34" charset="-122"/>
                <a:sym typeface="+mn-ea"/>
              </a:rPr>
              <a:t>、</a:t>
            </a:r>
            <a:r>
              <a:rPr lang="zh-CN" altLang="en-US" sz="2400">
                <a:latin typeface="微软雅黑" panose="020B0503020204020204" pitchFamily="34" charset="-122"/>
                <a:ea typeface="微软雅黑" panose="020B0503020204020204" pitchFamily="34" charset="-122"/>
                <a:sym typeface="+mn-ea"/>
              </a:rPr>
              <a:t>生产经营单位应当建立健全并落实生产安全事故隐患排查治理制度，如实记录事故隐患排查治理情况，但有时为避免不必要的恐慌，重大事故隐患排查治理情况可不向从业人员通报。</a:t>
            </a:r>
            <a:r>
              <a:rPr lang="en-US" altLang="zh-CN" sz="2400">
                <a:latin typeface="微软雅黑" panose="020B0503020204020204" pitchFamily="34" charset="-122"/>
                <a:ea typeface="微软雅黑" panose="020B0503020204020204" pitchFamily="34" charset="-122"/>
                <a:sym typeface="+mn-ea"/>
              </a:rPr>
              <a:t>                                                          </a:t>
            </a:r>
            <a:r>
              <a:rPr lang="zh-CN" altLang="en-US" sz="2400">
                <a:latin typeface="微软雅黑" panose="020B0503020204020204" pitchFamily="34" charset="-122"/>
                <a:ea typeface="微软雅黑" panose="020B0503020204020204" pitchFamily="34" charset="-122"/>
                <a:sym typeface="+mn-ea"/>
              </a:rPr>
              <a:t>（×）</a:t>
            </a:r>
            <a:r>
              <a:rPr lang="en-US" altLang="zh-CN" sz="2400">
                <a:latin typeface="微软雅黑" panose="020B0503020204020204" pitchFamily="34" charset="-122"/>
                <a:ea typeface="微软雅黑" panose="020B0503020204020204" pitchFamily="34" charset="-122"/>
                <a:sym typeface="+mn-ea"/>
              </a:rPr>
              <a:t>             </a:t>
            </a:r>
            <a:endParaRPr lang="zh-CN" altLang="en-US" sz="2400">
              <a:latin typeface="微软雅黑" panose="020B0503020204020204" pitchFamily="34" charset="-122"/>
              <a:ea typeface="微软雅黑" panose="020B0503020204020204" pitchFamily="34" charset="-122"/>
              <a:sym typeface="+mn-ea"/>
            </a:endParaRPr>
          </a:p>
          <a:p>
            <a:pPr marL="0" lvl="1">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70</a:t>
            </a:r>
            <a:r>
              <a:rPr lang="zh-CN" altLang="en-US" sz="2400" dirty="0" smtClean="0">
                <a:solidFill>
                  <a:schemeClr val="tx1"/>
                </a:solidFill>
                <a:latin typeface="微软雅黑" panose="020B0503020204020204" pitchFamily="34" charset="-122"/>
                <a:ea typeface="微软雅黑" panose="020B0503020204020204" pitchFamily="34" charset="-122"/>
              </a:rPr>
              <a:t>、生产经营单位的普通从业人员，无权了解其作业场所和工作岗位存在的危险因素，防范措施，也不必要对本单位的安全生产工作提出建议。</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marL="0" lvl="1">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71</a:t>
            </a:r>
            <a:r>
              <a:rPr lang="zh-CN" altLang="en-US" sz="2400" dirty="0" smtClean="0">
                <a:solidFill>
                  <a:schemeClr val="tx1"/>
                </a:solidFill>
                <a:latin typeface="微软雅黑" panose="020B0503020204020204" pitchFamily="34" charset="-122"/>
                <a:ea typeface="微软雅黑" panose="020B0503020204020204" pitchFamily="34" charset="-122"/>
              </a:rPr>
              <a:t>、生产经营单位的从业人员有依法获得安全生产保障的义务，并适当地行使安全生产方面的义务。</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marL="0" lvl="1">
              <a:lnSpc>
                <a:spcPct val="130000"/>
              </a:lnSpc>
            </a:pPr>
            <a:r>
              <a:rPr lang="en-US" altLang="zh-CN" sz="2400" dirty="0" smtClean="0">
                <a:latin typeface="微软雅黑" panose="020B0503020204020204" pitchFamily="34" charset="-122"/>
                <a:ea typeface="微软雅黑" panose="020B0503020204020204" pitchFamily="34" charset="-122"/>
                <a:sym typeface="+mn-ea"/>
              </a:rPr>
              <a:t>72</a:t>
            </a:r>
            <a:r>
              <a:rPr lang="zh-CN" altLang="en-US" sz="2400" dirty="0" smtClean="0">
                <a:latin typeface="微软雅黑" panose="020B0503020204020204" pitchFamily="34" charset="-122"/>
                <a:ea typeface="微软雅黑" panose="020B0503020204020204" pitchFamily="34" charset="-122"/>
                <a:sym typeface="+mn-ea"/>
              </a:rPr>
              <a:t>、依据《生产安全事故报告和调查处理条例》规定：事故发生后，事故现场有关人员应当立刻向本单位负责人报告。</a:t>
            </a:r>
            <a:r>
              <a:rPr lang="en-US" altLang="zh-CN" sz="2400" dirty="0" smtClean="0">
                <a:latin typeface="微软雅黑" panose="020B0503020204020204" pitchFamily="34" charset="-122"/>
                <a:ea typeface="微软雅黑" panose="020B0503020204020204" pitchFamily="34" charset="-122"/>
                <a:sym typeface="+mn-ea"/>
              </a:rPr>
              <a:t>                                              </a:t>
            </a:r>
            <a:r>
              <a:rPr lang="zh-CN" altLang="en-US" sz="2400" dirty="0" smtClean="0">
                <a:latin typeface="微软雅黑" panose="020B0503020204020204" pitchFamily="34" charset="-122"/>
                <a:ea typeface="微软雅黑" panose="020B0503020204020204" pitchFamily="34" charset="-122"/>
                <a:sym typeface="+mn-ea"/>
              </a:rPr>
              <a:t>（</a:t>
            </a:r>
            <a:r>
              <a:rPr lang="en-US" altLang="zh-CN" sz="2400" dirty="0" smtClean="0">
                <a:latin typeface="微软雅黑" panose="020B0503020204020204" pitchFamily="34" charset="-122"/>
                <a:ea typeface="微软雅黑" panose="020B0503020204020204" pitchFamily="34" charset="-122"/>
                <a:sym typeface="+mn-ea"/>
              </a:rPr>
              <a:t> √  </a:t>
            </a:r>
            <a:r>
              <a:rPr lang="zh-CN" altLang="en-US" sz="2400" dirty="0" smtClean="0">
                <a:latin typeface="微软雅黑" panose="020B0503020204020204" pitchFamily="34" charset="-122"/>
                <a:ea typeface="微软雅黑" panose="020B0503020204020204" pitchFamily="34" charset="-122"/>
                <a:sym typeface="+mn-ea"/>
              </a:rPr>
              <a:t>）</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grpSp>
        <p:nvGrpSpPr>
          <p:cNvPr id="5" name="组合 4"/>
          <p:cNvGrpSpPr/>
          <p:nvPr/>
        </p:nvGrpSpPr>
        <p:grpSpPr>
          <a:xfrm>
            <a:off x="1153160" y="1108075"/>
            <a:ext cx="619125" cy="262255"/>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036955"/>
            <a:ext cx="2386965" cy="41846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345440" y="1400810"/>
            <a:ext cx="1845945" cy="502920"/>
          </a:xfrm>
          <a:prstGeom prst="rect">
            <a:avLst/>
          </a:prstGeom>
          <a:noFill/>
        </p:spPr>
        <p:txBody>
          <a:bodyPr wrap="square" rtlCol="0"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sym typeface="+mn-ea"/>
              </a:rPr>
              <a:t>一、判断题</a:t>
            </a:r>
            <a:r>
              <a:rPr sz="2400" dirty="0" smtClean="0">
                <a:solidFill>
                  <a:srgbClr val="00B050"/>
                </a:solidFill>
                <a:latin typeface="微软雅黑" panose="020B0503020204020204" pitchFamily="34" charset="-122"/>
                <a:ea typeface="微软雅黑" panose="020B0503020204020204" pitchFamily="34" charset="-122"/>
                <a:sym typeface="+mn-ea"/>
              </a:rPr>
              <a:t> </a:t>
            </a:r>
            <a:endParaRPr lang="zh-CN" altLang="en-US" sz="2400" dirty="0" smtClean="0">
              <a:solidFill>
                <a:srgbClr val="00B050"/>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195580" y="1027430"/>
            <a:ext cx="11883390" cy="5464810"/>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二、单选题</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、依据《安全生产法》，关于从业人员享有的安全生产权利，以下表述正确的是（</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、从业人员发现直接危及人身安全的紧急情况时，有权停止作业；</a:t>
            </a:r>
            <a:endPar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、从业人员有权拒绝接受生产经营单位提供的安全身产教育培训</a:t>
            </a:r>
            <a:endPar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C</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、从业人员发现事故隐患，可以立即报告现场安全管理人员或者本单位负责人</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、依据《中华人民共和国职业病防治法》，</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）必须采用有效的职业病防护设施，为劳动者提供个人使用的职业病防护用品。</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、用人单位</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、卫生行政部门</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、劳动保障行政部门</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  </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、特种作业操作证的有效期为（</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8    B</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12     C</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6                        </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C </a:t>
            </a:r>
            <a:r>
              <a:rPr lang="zh-CN" altLang="en-US" sz="24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4</a:t>
            </a:r>
            <a:r>
              <a:rPr lang="zh-CN" altLang="en-US" sz="2400" dirty="0" smtClean="0">
                <a:solidFill>
                  <a:schemeClr val="tx1"/>
                </a:solidFill>
                <a:latin typeface="微软雅黑" panose="020B0503020204020204" pitchFamily="34" charset="-122"/>
                <a:ea typeface="微软雅黑" panose="020B0503020204020204" pitchFamily="34" charset="-122"/>
              </a:rPr>
              <a:t>、从实际发生的事故中可以看到。</a:t>
            </a:r>
            <a:r>
              <a:rPr lang="en-US" altLang="zh-CN" sz="2400" dirty="0" smtClean="0">
                <a:solidFill>
                  <a:schemeClr val="tx1"/>
                </a:solidFill>
                <a:latin typeface="微软雅黑" panose="020B0503020204020204" pitchFamily="34" charset="-122"/>
                <a:ea typeface="微软雅黑" panose="020B0503020204020204" pitchFamily="34" charset="-122"/>
              </a:rPr>
              <a:t>70%</a:t>
            </a:r>
            <a:r>
              <a:rPr lang="zh-CN" altLang="en-US" sz="2400" dirty="0" smtClean="0">
                <a:solidFill>
                  <a:schemeClr val="tx1"/>
                </a:solidFill>
                <a:latin typeface="微软雅黑" panose="020B0503020204020204" pitchFamily="34" charset="-122"/>
                <a:ea typeface="微软雅黑" panose="020B0503020204020204" pitchFamily="34" charset="-122"/>
              </a:rPr>
              <a:t>以上的事故都与（</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）有关</a:t>
            </a:r>
            <a:r>
              <a:rPr lang="en-US" altLang="zh-CN" sz="2400" dirty="0" smtClean="0">
                <a:solidFill>
                  <a:schemeClr val="tx1"/>
                </a:solidFill>
                <a:latin typeface="微软雅黑" panose="020B0503020204020204" pitchFamily="34" charset="-122"/>
                <a:ea typeface="微软雅黑" panose="020B0503020204020204" pitchFamily="34" charset="-122"/>
              </a:rPr>
              <a:t>                  </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zh-CN" altLang="en-US" sz="2400" dirty="0" smtClean="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A</a:t>
            </a:r>
            <a:r>
              <a:rPr lang="zh-CN" altLang="en-US" sz="2400" dirty="0" smtClean="0">
                <a:solidFill>
                  <a:schemeClr val="tx1"/>
                </a:solidFill>
                <a:latin typeface="微软雅黑" panose="020B0503020204020204" pitchFamily="34" charset="-122"/>
                <a:ea typeface="微软雅黑" panose="020B0503020204020204" pitchFamily="34" charset="-122"/>
              </a:rPr>
              <a:t>、技术水平</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、人的情绪</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、人为的过失</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C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3400425" y="1104900"/>
            <a:ext cx="805180" cy="393065"/>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4544695" y="1026795"/>
            <a:ext cx="2483485" cy="544830"/>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0" y="1571625"/>
            <a:ext cx="11971020" cy="4920615"/>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二、单选题</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5</a:t>
            </a:r>
            <a:r>
              <a:rPr lang="zh-CN" altLang="en-US" sz="2400" dirty="0" smtClean="0">
                <a:solidFill>
                  <a:schemeClr val="tx1"/>
                </a:solidFill>
                <a:latin typeface="微软雅黑" panose="020B0503020204020204" pitchFamily="34" charset="-122"/>
                <a:ea typeface="微软雅黑" panose="020B0503020204020204" pitchFamily="34" charset="-122"/>
              </a:rPr>
              <a:t>、《依照中华人民共和国刑法》规定，强令他人违章冒险作业，或者明知存在（</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）而不排除，仍冒险组织作业，因而发生重大伤亡事故或者造成其它严重后果的，处五年以下有期徒刑或者拘役。</a:t>
            </a: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、一般事故隐患</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、重大事故隐患</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、较大事故隐患</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B</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6</a:t>
            </a:r>
            <a:r>
              <a:rPr lang="zh-CN" altLang="en-US" sz="2400" dirty="0" smtClean="0">
                <a:solidFill>
                  <a:schemeClr val="tx1"/>
                </a:solidFill>
                <a:latin typeface="微软雅黑" panose="020B0503020204020204" pitchFamily="34" charset="-122"/>
                <a:ea typeface="微软雅黑" panose="020B0503020204020204" pitchFamily="34" charset="-122"/>
              </a:rPr>
              <a:t>、依照《中华人民共和国刑法》，在生产、作业中违反有关安全管理的规定，有下列（</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）情形，具有发生重大伤亡事故或者其他严重后果的现实危险的，处一年以下有期徒刑，拘役或者管制。</a:t>
            </a: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对重大危险源未登记建档的</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、关闭、破坏直接关系安全生产监控、防护、救生设备、设施的；</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、对安全设备进行经常性维护保养的。</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B</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389890"/>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113790"/>
            <a:ext cx="2386965" cy="45783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592455" y="1386840"/>
            <a:ext cx="11159490" cy="5105400"/>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二、单选题</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7</a:t>
            </a:r>
            <a:r>
              <a:rPr lang="zh-CN" altLang="en-US" sz="2400" dirty="0" smtClean="0">
                <a:solidFill>
                  <a:schemeClr val="tx1"/>
                </a:solidFill>
                <a:latin typeface="微软雅黑" panose="020B0503020204020204" pitchFamily="34" charset="-122"/>
                <a:ea typeface="微软雅黑" panose="020B0503020204020204" pitchFamily="34" charset="-122"/>
              </a:rPr>
              <a:t>、《特种作业人员安全技术培训考核管理规定》所称的特种作业，是指容易发生人员伤亡事故，对操作者本人、他人及周围设施的安全有重大危害的作业，特种作业不包括（</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、机动车驾驶</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、电工作业</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、金属焊接切割作业</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8</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依据《安全生产法》从业人员有权对本单位的安全生产工作存在的问题提出（）</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、建议、检举、批评</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、上报、批评、建议</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批评、检举、控告</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C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9</a:t>
            </a:r>
            <a:r>
              <a:rPr lang="zh-CN" altLang="en-US" sz="2400" dirty="0" smtClean="0">
                <a:solidFill>
                  <a:schemeClr val="tx1"/>
                </a:solidFill>
                <a:latin typeface="微软雅黑" panose="020B0503020204020204" pitchFamily="34" charset="-122"/>
                <a:ea typeface="微软雅黑" panose="020B0503020204020204" pitchFamily="34" charset="-122"/>
              </a:rPr>
              <a:t>、劳动者存在（</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zh-CN" altLang="en-US" sz="2400" dirty="0" smtClean="0">
                <a:solidFill>
                  <a:schemeClr val="tx1"/>
                </a:solidFill>
                <a:latin typeface="微软雅黑" panose="020B0503020204020204" pitchFamily="34" charset="-122"/>
                <a:ea typeface="微软雅黑" panose="020B0503020204020204" pitchFamily="34" charset="-122"/>
              </a:rPr>
              <a:t>情况，用人单位不得解除劳动合同，同时用人单位不得依照本法第四十条、第四十一条的规定解除劳动合同。</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、在本单位患职业病或者因工负伤并被确认丧失或者部分丧失劳动能力的</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B</a:t>
            </a:r>
            <a:r>
              <a:rPr lang="zh-CN" altLang="en-US" sz="2400" dirty="0" smtClean="0">
                <a:solidFill>
                  <a:schemeClr val="tx1"/>
                </a:solidFill>
                <a:latin typeface="微软雅黑" panose="020B0503020204020204" pitchFamily="34" charset="-122"/>
                <a:ea typeface="微软雅黑" panose="020B0503020204020204" pitchFamily="34" charset="-122"/>
              </a:rPr>
              <a:t>、劳动者不能胜任工作、经过培训或者调整工作岗位仍不能胜任工作的</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C</a:t>
            </a:r>
            <a:r>
              <a:rPr lang="zh-CN" altLang="en-US" sz="2400" dirty="0" smtClean="0">
                <a:solidFill>
                  <a:schemeClr val="tx1"/>
                </a:solidFill>
                <a:latin typeface="微软雅黑" panose="020B0503020204020204" pitchFamily="34" charset="-122"/>
                <a:ea typeface="微软雅黑" panose="020B0503020204020204" pitchFamily="34" charset="-122"/>
              </a:rPr>
              <a:t>、生产经营发生严重困难的</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389890"/>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113790"/>
            <a:ext cx="2386965" cy="45783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592455" y="1414780"/>
            <a:ext cx="11159490" cy="5443220"/>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二、单选题</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10</a:t>
            </a:r>
            <a:r>
              <a:rPr lang="zh-CN" altLang="en-US" sz="2400" dirty="0" smtClean="0">
                <a:solidFill>
                  <a:schemeClr val="tx1"/>
                </a:solidFill>
                <a:latin typeface="微软雅黑" panose="020B0503020204020204" pitchFamily="34" charset="-122"/>
                <a:ea typeface="微软雅黑" panose="020B0503020204020204" pitchFamily="34" charset="-122"/>
              </a:rPr>
              <a:t>、下列关于工商保险费说法错误的是</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、生产经营单位必须依法参加工商社会保险，为从业人员缴纳保险费用</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B</a:t>
            </a:r>
            <a:r>
              <a:rPr lang="zh-CN" altLang="en-US" sz="2400" dirty="0" smtClean="0">
                <a:solidFill>
                  <a:schemeClr val="tx1"/>
                </a:solidFill>
                <a:latin typeface="微软雅黑" panose="020B0503020204020204" pitchFamily="34" charset="-122"/>
                <a:ea typeface="微软雅黑" panose="020B0503020204020204" pitchFamily="34" charset="-122"/>
              </a:rPr>
              <a:t>、工商保险费用由企业按照工资总额的一定比例缴纳，劳动者本人同样缴费</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C</a:t>
            </a:r>
            <a:r>
              <a:rPr lang="zh-CN" altLang="en-US" sz="2400" dirty="0" smtClean="0">
                <a:solidFill>
                  <a:schemeClr val="tx1"/>
                </a:solidFill>
                <a:latin typeface="微软雅黑" panose="020B0503020204020204" pitchFamily="34" charset="-122"/>
                <a:ea typeface="微软雅黑" panose="020B0503020204020204" pitchFamily="34" charset="-122"/>
              </a:rPr>
              <a:t>、生产经营单位不得以任何形式与从业人员订立协议，免除或者减轻其对从业人员因生产安全事故伤亡依法应承担的责任。</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B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11</a:t>
            </a:r>
            <a:r>
              <a:rPr lang="zh-CN" altLang="en-US" sz="2400" dirty="0" smtClean="0">
                <a:solidFill>
                  <a:schemeClr val="tx1"/>
                </a:solidFill>
                <a:latin typeface="微软雅黑" panose="020B0503020204020204" pitchFamily="34" charset="-122"/>
                <a:ea typeface="微软雅黑" panose="020B0503020204020204" pitchFamily="34" charset="-122"/>
              </a:rPr>
              <a:t>、依据《工伤保险条例》，以下情形可以认定为工伤的是</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、员工在上下班途中，受到非本人主要责任的交通事故或者城市轨道交通客运轮渡火车事故伤害的</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B</a:t>
            </a:r>
            <a:r>
              <a:rPr lang="zh-CN" altLang="en-US" sz="2400" dirty="0" smtClean="0">
                <a:solidFill>
                  <a:schemeClr val="tx1"/>
                </a:solidFill>
                <a:latin typeface="微软雅黑" panose="020B0503020204020204" pitchFamily="34" charset="-122"/>
                <a:ea typeface="微软雅黑" panose="020B0503020204020204" pitchFamily="34" charset="-122"/>
              </a:rPr>
              <a:t>、职工原在军队服役，因战因公负伤致残，已经取得革命伤残军人证，到用人单位旧伤复发的。</a:t>
            </a:r>
            <a:r>
              <a:rPr lang="en-US" altLang="zh-CN" sz="2400" dirty="0" smtClean="0">
                <a:solidFill>
                  <a:schemeClr val="tx1"/>
                </a:solidFill>
                <a:latin typeface="微软雅黑" panose="020B0503020204020204" pitchFamily="34" charset="-122"/>
                <a:ea typeface="微软雅黑" panose="020B0503020204020204" pitchFamily="34" charset="-122"/>
              </a:rPr>
              <a:t>C</a:t>
            </a:r>
            <a:r>
              <a:rPr lang="zh-CN" altLang="en-US" sz="2400" dirty="0" smtClean="0">
                <a:solidFill>
                  <a:schemeClr val="tx1"/>
                </a:solidFill>
                <a:latin typeface="微软雅黑" panose="020B0503020204020204" pitchFamily="34" charset="-122"/>
                <a:ea typeface="微软雅黑" panose="020B0503020204020204" pitchFamily="34" charset="-122"/>
              </a:rPr>
              <a:t>、以上两种情形都是</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C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389890"/>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113790"/>
            <a:ext cx="2386965" cy="45783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592455" y="1414780"/>
            <a:ext cx="11159490" cy="5443220"/>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二、单选题</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12</a:t>
            </a:r>
            <a:r>
              <a:rPr lang="zh-CN" altLang="en-US" sz="2400" dirty="0" smtClean="0">
                <a:solidFill>
                  <a:schemeClr val="tx1"/>
                </a:solidFill>
                <a:latin typeface="微软雅黑" panose="020B0503020204020204" pitchFamily="34" charset="-122"/>
                <a:ea typeface="微软雅黑" panose="020B0503020204020204" pitchFamily="34" charset="-122"/>
              </a:rPr>
              <a:t>、依据《工伤保险条例》，以下情形视同工伤的是</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、工作时间前后在工作场所内，从事与工作有关的预备性或者收尾性工作受到</a:t>
            </a:r>
            <a:r>
              <a:rPr lang="zh-CN" altLang="en-US" sz="2400" dirty="0" smtClean="0">
                <a:solidFill>
                  <a:schemeClr val="tx1"/>
                </a:solidFill>
                <a:latin typeface="微软雅黑" panose="020B0503020204020204" pitchFamily="34" charset="-122"/>
                <a:ea typeface="微软雅黑" panose="020B0503020204020204" pitchFamily="34" charset="-122"/>
              </a:rPr>
              <a:t>事故伤害的。</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B</a:t>
            </a:r>
            <a:r>
              <a:rPr lang="zh-CN" altLang="en-US" sz="2400" dirty="0" smtClean="0">
                <a:solidFill>
                  <a:schemeClr val="tx1"/>
                </a:solidFill>
                <a:latin typeface="微软雅黑" panose="020B0503020204020204" pitchFamily="34" charset="-122"/>
                <a:ea typeface="微软雅黑" panose="020B0503020204020204" pitchFamily="34" charset="-122"/>
              </a:rPr>
              <a:t>、因公外出期间，由于工作的原因受到伤害或者发生事故</a:t>
            </a:r>
            <a:r>
              <a:rPr lang="zh-CN" altLang="en-US" sz="2400" dirty="0" smtClean="0">
                <a:solidFill>
                  <a:schemeClr val="tx1"/>
                </a:solidFill>
                <a:latin typeface="微软雅黑" panose="020B0503020204020204" pitchFamily="34" charset="-122"/>
                <a:ea typeface="微软雅黑" panose="020B0503020204020204" pitchFamily="34" charset="-122"/>
              </a:rPr>
              <a:t>下落不明的</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C</a:t>
            </a:r>
            <a:r>
              <a:rPr lang="zh-CN" altLang="en-US" sz="2400" dirty="0" smtClean="0">
                <a:solidFill>
                  <a:schemeClr val="tx1"/>
                </a:solidFill>
                <a:latin typeface="微软雅黑" panose="020B0503020204020204" pitchFamily="34" charset="-122"/>
                <a:ea typeface="微软雅黑" panose="020B0503020204020204" pitchFamily="34" charset="-122"/>
              </a:rPr>
              <a:t>、以上两种情形都是</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C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13</a:t>
            </a:r>
            <a:r>
              <a:rPr lang="zh-CN" altLang="en-US" sz="2400" dirty="0" smtClean="0">
                <a:solidFill>
                  <a:schemeClr val="tx1"/>
                </a:solidFill>
                <a:latin typeface="微软雅黑" panose="020B0503020204020204" pitchFamily="34" charset="-122"/>
                <a:ea typeface="微软雅黑" panose="020B0503020204020204" pitchFamily="34" charset="-122"/>
              </a:rPr>
              <a:t>、依据《工伤保险条例》，在工伤认定申请过程中，职工或者其直系亲属认为是工伤，用人单位不认为是工伤的，由（</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）承担举证</a:t>
            </a:r>
            <a:r>
              <a:rPr lang="zh-CN" altLang="en-US" sz="2400" dirty="0" smtClean="0">
                <a:solidFill>
                  <a:schemeClr val="tx1"/>
                </a:solidFill>
                <a:latin typeface="微软雅黑" panose="020B0503020204020204" pitchFamily="34" charset="-122"/>
                <a:ea typeface="微软雅黑" panose="020B0503020204020204" pitchFamily="34" charset="-122"/>
              </a:rPr>
              <a:t>责任。</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、劳动保障部门</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、职工或者直系亲属</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用人单位</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C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389890"/>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113790"/>
            <a:ext cx="2386965" cy="45783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592455" y="1414780"/>
            <a:ext cx="11159490" cy="5443220"/>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二、单选题</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14</a:t>
            </a:r>
            <a:r>
              <a:rPr lang="zh-CN" altLang="en-US" sz="2400" dirty="0" smtClean="0">
                <a:solidFill>
                  <a:schemeClr val="tx1"/>
                </a:solidFill>
                <a:latin typeface="微软雅黑" panose="020B0503020204020204" pitchFamily="34" charset="-122"/>
                <a:ea typeface="微软雅黑" panose="020B0503020204020204" pitchFamily="34" charset="-122"/>
              </a:rPr>
              <a:t>、依据《工伤保险条例》，职工发生事故伤害或者按照职业病防治法规定被诊断鉴定为职业病，所在单位应当自事故伤害发生之日或者被诊断为职业病之日起</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（）日内，向统筹地区劳动保障部门提出工伤认定申请</a:t>
            </a:r>
            <a:r>
              <a:rPr lang="en-US" altLang="zh-CN" sz="2400" dirty="0" smtClean="0">
                <a:solidFill>
                  <a:schemeClr val="tx1"/>
                </a:solidFill>
                <a:latin typeface="微软雅黑" panose="020B0503020204020204" pitchFamily="34" charset="-122"/>
                <a:ea typeface="微软雅黑" panose="020B0503020204020204" pitchFamily="34" charset="-122"/>
              </a:rPr>
              <a:t> </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        A  30                     B  60                       C 15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A</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15.</a:t>
            </a:r>
            <a:r>
              <a:rPr lang="zh-CN" altLang="en-US" sz="2400" dirty="0" smtClean="0">
                <a:solidFill>
                  <a:schemeClr val="tx1"/>
                </a:solidFill>
                <a:latin typeface="微软雅黑" panose="020B0503020204020204" pitchFamily="34" charset="-122"/>
                <a:ea typeface="微软雅黑" panose="020B0503020204020204" pitchFamily="34" charset="-122"/>
              </a:rPr>
              <a:t>依据《生产安全事故应急条例》，参加生产安全事故现场应急救援的单位和个人应当服从（</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）的</a:t>
            </a:r>
            <a:r>
              <a:rPr lang="zh-CN" altLang="en-US" sz="2400" dirty="0" smtClean="0">
                <a:solidFill>
                  <a:schemeClr val="tx1"/>
                </a:solidFill>
                <a:latin typeface="微软雅黑" panose="020B0503020204020204" pitchFamily="34" charset="-122"/>
                <a:ea typeface="微软雅黑" panose="020B0503020204020204" pitchFamily="34" charset="-122"/>
              </a:rPr>
              <a:t>统一指挥。</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、当地政府</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、企业主要负责人</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、现场指挥部</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389890"/>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113790"/>
            <a:ext cx="2386965" cy="45783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592455" y="1414780"/>
            <a:ext cx="11159490" cy="5443220"/>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二、单选题</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16</a:t>
            </a:r>
            <a:r>
              <a:rPr lang="zh-CN" altLang="en-US" sz="2400" dirty="0" smtClean="0">
                <a:solidFill>
                  <a:schemeClr val="tx1"/>
                </a:solidFill>
                <a:latin typeface="微软雅黑" panose="020B0503020204020204" pitchFamily="34" charset="-122"/>
                <a:ea typeface="微软雅黑" panose="020B0503020204020204" pitchFamily="34" charset="-122"/>
              </a:rPr>
              <a:t>、依据《特种作业人员安全技术培训考核管理规定》，离开特种作业岗位（</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）以上的特种作业人员，应当重新进行实际操作考试，经确认合格后方可上岗</a:t>
            </a:r>
            <a:r>
              <a:rPr lang="zh-CN" altLang="en-US" sz="2400" dirty="0" smtClean="0">
                <a:solidFill>
                  <a:schemeClr val="tx1"/>
                </a:solidFill>
                <a:latin typeface="微软雅黑" panose="020B0503020204020204" pitchFamily="34" charset="-122"/>
                <a:ea typeface="微软雅黑" panose="020B0503020204020204" pitchFamily="34" charset="-122"/>
              </a:rPr>
              <a:t>作业</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、一年</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、三年、</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6</a:t>
            </a:r>
            <a:r>
              <a:rPr lang="zh-CN" altLang="en-US" sz="2400" dirty="0" smtClean="0">
                <a:solidFill>
                  <a:schemeClr val="tx1"/>
                </a:solidFill>
                <a:latin typeface="微软雅黑" panose="020B0503020204020204" pitchFamily="34" charset="-122"/>
                <a:ea typeface="微软雅黑" panose="020B0503020204020204" pitchFamily="34" charset="-122"/>
              </a:rPr>
              <a:t>个月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C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17</a:t>
            </a:r>
            <a:r>
              <a:rPr lang="zh-CN" altLang="en-US" sz="2400" dirty="0" smtClean="0">
                <a:solidFill>
                  <a:schemeClr val="tx1"/>
                </a:solidFill>
                <a:latin typeface="微软雅黑" panose="020B0503020204020204" pitchFamily="34" charset="-122"/>
                <a:ea typeface="微软雅黑" panose="020B0503020204020204" pitchFamily="34" charset="-122"/>
              </a:rPr>
              <a:t>、依据《</a:t>
            </a:r>
            <a:r>
              <a:rPr lang="zh-CN" altLang="en-US" sz="2400" dirty="0" smtClean="0">
                <a:latin typeface="微软雅黑" panose="020B0503020204020204" pitchFamily="34" charset="-122"/>
                <a:ea typeface="微软雅黑" panose="020B0503020204020204" pitchFamily="34" charset="-122"/>
                <a:sym typeface="+mn-ea"/>
              </a:rPr>
              <a:t>特种作业人员安全技术培训考核管理规定》特种作业操作证需要复审的，应当在期满前（</a:t>
            </a:r>
            <a:r>
              <a:rPr lang="en-US" altLang="zh-CN" sz="2400" dirty="0" smtClean="0">
                <a:latin typeface="微软雅黑" panose="020B0503020204020204" pitchFamily="34" charset="-122"/>
                <a:ea typeface="微软雅黑" panose="020B0503020204020204" pitchFamily="34" charset="-122"/>
                <a:sym typeface="+mn-ea"/>
              </a:rPr>
              <a:t>   </a:t>
            </a:r>
            <a:r>
              <a:rPr lang="zh-CN" altLang="en-US" sz="2400" dirty="0" smtClean="0">
                <a:latin typeface="微软雅黑" panose="020B0503020204020204" pitchFamily="34" charset="-122"/>
                <a:ea typeface="微软雅黑" panose="020B0503020204020204" pitchFamily="34" charset="-122"/>
                <a:sym typeface="+mn-ea"/>
              </a:rPr>
              <a:t>）日内，由申请人或者申请人的用人单位向原考核发证机关或者从业所在地考核发证机关提出申请。</a:t>
            </a:r>
            <a:r>
              <a:rPr lang="en-US" altLang="zh-CN" sz="2400" dirty="0" smtClean="0">
                <a:latin typeface="微软雅黑" panose="020B0503020204020204" pitchFamily="34" charset="-122"/>
                <a:ea typeface="微软雅黑" panose="020B0503020204020204" pitchFamily="34" charset="-122"/>
                <a:sym typeface="+mn-ea"/>
              </a:rPr>
              <a:t>A</a:t>
            </a:r>
            <a:r>
              <a:rPr lang="zh-CN" altLang="en-US" sz="2400" dirty="0" smtClean="0">
                <a:latin typeface="微软雅黑" panose="020B0503020204020204" pitchFamily="34" charset="-122"/>
                <a:ea typeface="微软雅黑" panose="020B0503020204020204" pitchFamily="34" charset="-122"/>
                <a:sym typeface="+mn-ea"/>
              </a:rPr>
              <a:t>、</a:t>
            </a:r>
            <a:r>
              <a:rPr lang="en-US" altLang="zh-CN" sz="2400" dirty="0" smtClean="0">
                <a:latin typeface="微软雅黑" panose="020B0503020204020204" pitchFamily="34" charset="-122"/>
                <a:ea typeface="微软雅黑" panose="020B0503020204020204" pitchFamily="34" charset="-122"/>
                <a:sym typeface="+mn-ea"/>
              </a:rPr>
              <a:t>60  B</a:t>
            </a:r>
            <a:r>
              <a:rPr lang="zh-CN" altLang="en-US" sz="2400" dirty="0" smtClean="0">
                <a:latin typeface="微软雅黑" panose="020B0503020204020204" pitchFamily="34" charset="-122"/>
                <a:ea typeface="微软雅黑" panose="020B0503020204020204" pitchFamily="34" charset="-122"/>
                <a:sym typeface="+mn-ea"/>
              </a:rPr>
              <a:t>、</a:t>
            </a:r>
            <a:r>
              <a:rPr lang="en-US" altLang="zh-CN" sz="2400" dirty="0" smtClean="0">
                <a:latin typeface="微软雅黑" panose="020B0503020204020204" pitchFamily="34" charset="-122"/>
                <a:ea typeface="微软雅黑" panose="020B0503020204020204" pitchFamily="34" charset="-122"/>
                <a:sym typeface="+mn-ea"/>
              </a:rPr>
              <a:t>30  C</a:t>
            </a:r>
            <a:r>
              <a:rPr lang="zh-CN" altLang="en-US" sz="2400" dirty="0" smtClean="0">
                <a:latin typeface="微软雅黑" panose="020B0503020204020204" pitchFamily="34" charset="-122"/>
                <a:ea typeface="微软雅黑" panose="020B0503020204020204" pitchFamily="34" charset="-122"/>
                <a:sym typeface="+mn-ea"/>
              </a:rPr>
              <a:t>、</a:t>
            </a:r>
            <a:r>
              <a:rPr lang="en-US" altLang="zh-CN" sz="2400" dirty="0" smtClean="0">
                <a:latin typeface="微软雅黑" panose="020B0503020204020204" pitchFamily="34" charset="-122"/>
                <a:ea typeface="微软雅黑" panose="020B0503020204020204" pitchFamily="34" charset="-122"/>
                <a:sym typeface="+mn-ea"/>
              </a:rPr>
              <a:t>90      </a:t>
            </a:r>
            <a:r>
              <a:rPr lang="zh-CN" altLang="en-US" sz="2400" dirty="0" smtClean="0">
                <a:latin typeface="微软雅黑" panose="020B0503020204020204" pitchFamily="34" charset="-122"/>
                <a:ea typeface="微软雅黑" panose="020B0503020204020204" pitchFamily="34" charset="-122"/>
                <a:sym typeface="+mn-ea"/>
              </a:rPr>
              <a:t>答案：（</a:t>
            </a:r>
            <a:r>
              <a:rPr lang="en-US" altLang="zh-CN" sz="2400" dirty="0" smtClean="0">
                <a:latin typeface="微软雅黑" panose="020B0503020204020204" pitchFamily="34" charset="-122"/>
                <a:ea typeface="微软雅黑" panose="020B0503020204020204" pitchFamily="34" charset="-122"/>
                <a:sym typeface="+mn-ea"/>
              </a:rPr>
              <a:t>A  </a:t>
            </a:r>
            <a:r>
              <a:rPr lang="zh-CN" altLang="en-US" sz="2400" dirty="0" smtClean="0">
                <a:latin typeface="微软雅黑" panose="020B0503020204020204" pitchFamily="34" charset="-122"/>
                <a:ea typeface="微软雅黑" panose="020B0503020204020204" pitchFamily="34" charset="-122"/>
                <a:sym typeface="+mn-ea"/>
              </a:rPr>
              <a:t>）</a:t>
            </a:r>
            <a:endParaRPr lang="zh-CN" altLang="en-US" sz="2400" dirty="0" smtClean="0">
              <a:latin typeface="微软雅黑" panose="020B0503020204020204" pitchFamily="34" charset="-122"/>
              <a:ea typeface="微软雅黑" panose="020B0503020204020204" pitchFamily="34" charset="-122"/>
              <a:sym typeface="+mn-ea"/>
            </a:endParaRPr>
          </a:p>
          <a:p>
            <a:pPr>
              <a:lnSpc>
                <a:spcPct val="130000"/>
              </a:lnSpc>
            </a:pPr>
            <a:r>
              <a:rPr lang="en-US" altLang="zh-CN" sz="2400" dirty="0" smtClean="0">
                <a:latin typeface="微软雅黑" panose="020B0503020204020204" pitchFamily="34" charset="-122"/>
                <a:ea typeface="微软雅黑" panose="020B0503020204020204" pitchFamily="34" charset="-122"/>
                <a:sym typeface="+mn-ea"/>
              </a:rPr>
              <a:t>18</a:t>
            </a:r>
            <a:r>
              <a:rPr lang="zh-CN" altLang="en-US" sz="2400" dirty="0" smtClean="0">
                <a:latin typeface="微软雅黑" panose="020B0503020204020204" pitchFamily="34" charset="-122"/>
                <a:ea typeface="微软雅黑" panose="020B0503020204020204" pitchFamily="34" charset="-122"/>
                <a:sym typeface="+mn-ea"/>
              </a:rPr>
              <a:t>、依据《中华人民共和国安全生产法》，生产经营单位的（</a:t>
            </a:r>
            <a:r>
              <a:rPr lang="en-US" altLang="zh-CN" sz="2400" dirty="0" smtClean="0">
                <a:latin typeface="微软雅黑" panose="020B0503020204020204" pitchFamily="34" charset="-122"/>
                <a:ea typeface="微软雅黑" panose="020B0503020204020204" pitchFamily="34" charset="-122"/>
                <a:sym typeface="+mn-ea"/>
              </a:rPr>
              <a:t>   </a:t>
            </a:r>
            <a:r>
              <a:rPr lang="zh-CN" altLang="en-US" sz="2400" dirty="0" smtClean="0">
                <a:latin typeface="微软雅黑" panose="020B0503020204020204" pitchFamily="34" charset="-122"/>
                <a:ea typeface="微软雅黑" panose="020B0503020204020204" pitchFamily="34" charset="-122"/>
                <a:sym typeface="+mn-ea"/>
              </a:rPr>
              <a:t>）依法组织职工参加本单位安全生产工作的民主管理和民主监督，维护职工在安全生产方面的合法权益。</a:t>
            </a:r>
            <a:r>
              <a:rPr lang="en-US" altLang="zh-CN" sz="2400" dirty="0" smtClean="0">
                <a:latin typeface="微软雅黑" panose="020B0503020204020204" pitchFamily="34" charset="-122"/>
                <a:ea typeface="微软雅黑" panose="020B0503020204020204" pitchFamily="34" charset="-122"/>
                <a:sym typeface="+mn-ea"/>
              </a:rPr>
              <a:t>  A</a:t>
            </a:r>
            <a:r>
              <a:rPr lang="zh-CN" altLang="en-US" sz="2400" dirty="0" smtClean="0">
                <a:latin typeface="微软雅黑" panose="020B0503020204020204" pitchFamily="34" charset="-122"/>
                <a:ea typeface="微软雅黑" panose="020B0503020204020204" pitchFamily="34" charset="-122"/>
                <a:sym typeface="+mn-ea"/>
              </a:rPr>
              <a:t>、董事会</a:t>
            </a:r>
            <a:r>
              <a:rPr lang="en-US" altLang="zh-CN" sz="2400" dirty="0" smtClean="0">
                <a:latin typeface="微软雅黑" panose="020B0503020204020204" pitchFamily="34" charset="-122"/>
                <a:ea typeface="微软雅黑" panose="020B0503020204020204" pitchFamily="34" charset="-122"/>
                <a:sym typeface="+mn-ea"/>
              </a:rPr>
              <a:t>    B</a:t>
            </a:r>
            <a:r>
              <a:rPr lang="zh-CN" altLang="en-US" sz="2400" dirty="0" smtClean="0">
                <a:latin typeface="微软雅黑" panose="020B0503020204020204" pitchFamily="34" charset="-122"/>
                <a:ea typeface="微软雅黑" panose="020B0503020204020204" pitchFamily="34" charset="-122"/>
                <a:sym typeface="+mn-ea"/>
              </a:rPr>
              <a:t>、职工代表大会</a:t>
            </a:r>
            <a:r>
              <a:rPr lang="en-US" altLang="zh-CN" sz="2400" dirty="0" smtClean="0">
                <a:latin typeface="微软雅黑" panose="020B0503020204020204" pitchFamily="34" charset="-122"/>
                <a:ea typeface="微软雅黑" panose="020B0503020204020204" pitchFamily="34" charset="-122"/>
                <a:sym typeface="+mn-ea"/>
              </a:rPr>
              <a:t>   C</a:t>
            </a:r>
            <a:r>
              <a:rPr lang="zh-CN" altLang="en-US" sz="2400" dirty="0" smtClean="0">
                <a:latin typeface="微软雅黑" panose="020B0503020204020204" pitchFamily="34" charset="-122"/>
                <a:ea typeface="微软雅黑" panose="020B0503020204020204" pitchFamily="34" charset="-122"/>
                <a:sym typeface="+mn-ea"/>
              </a:rPr>
              <a:t>、工会</a:t>
            </a:r>
            <a:r>
              <a:rPr lang="en-US" altLang="zh-CN" sz="2400" dirty="0" smtClean="0">
                <a:latin typeface="微软雅黑" panose="020B0503020204020204" pitchFamily="34" charset="-122"/>
                <a:ea typeface="微软雅黑" panose="020B0503020204020204" pitchFamily="34" charset="-122"/>
                <a:sym typeface="+mn-ea"/>
              </a:rPr>
              <a:t>                           </a:t>
            </a:r>
            <a:r>
              <a:rPr lang="zh-CN" altLang="en-US" sz="2400" dirty="0" smtClean="0">
                <a:latin typeface="微软雅黑" panose="020B0503020204020204" pitchFamily="34" charset="-122"/>
                <a:ea typeface="微软雅黑" panose="020B0503020204020204" pitchFamily="34" charset="-122"/>
                <a:sym typeface="+mn-ea"/>
              </a:rPr>
              <a:t>答案：（</a:t>
            </a:r>
            <a:r>
              <a:rPr lang="en-US" altLang="zh-CN" sz="2400" dirty="0" smtClean="0">
                <a:latin typeface="微软雅黑" panose="020B0503020204020204" pitchFamily="34" charset="-122"/>
                <a:ea typeface="微软雅黑" panose="020B0503020204020204" pitchFamily="34" charset="-122"/>
                <a:sym typeface="+mn-ea"/>
              </a:rPr>
              <a:t>C </a:t>
            </a:r>
            <a:r>
              <a:rPr lang="zh-CN" altLang="en-US" sz="2400" dirty="0" smtClean="0">
                <a:latin typeface="微软雅黑" panose="020B0503020204020204" pitchFamily="34" charset="-122"/>
                <a:ea typeface="微软雅黑" panose="020B0503020204020204" pitchFamily="34" charset="-122"/>
                <a:sym typeface="+mn-ea"/>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389890"/>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113790"/>
            <a:ext cx="2386965" cy="45783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226695" y="1414780"/>
            <a:ext cx="11890375" cy="5443220"/>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二、单选题</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19</a:t>
            </a:r>
            <a:r>
              <a:rPr lang="zh-CN" altLang="en-US" sz="2400" dirty="0" smtClean="0">
                <a:solidFill>
                  <a:schemeClr val="tx1"/>
                </a:solidFill>
                <a:latin typeface="微软雅黑" panose="020B0503020204020204" pitchFamily="34" charset="-122"/>
                <a:ea typeface="微软雅黑" panose="020B0503020204020204" pitchFamily="34" charset="-122"/>
              </a:rPr>
              <a:t>、依照《中华人民共和国安全生产法》下列不属于企业负责人安全生产职责的是（</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、及时如实报告生产安全事故</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、组织或者参与本单位应急救援</a:t>
            </a:r>
            <a:r>
              <a:rPr lang="zh-CN" altLang="en-US" sz="2400" dirty="0" smtClean="0">
                <a:solidFill>
                  <a:schemeClr val="tx1"/>
                </a:solidFill>
                <a:latin typeface="微软雅黑" panose="020B0503020204020204" pitchFamily="34" charset="-122"/>
                <a:ea typeface="微软雅黑" panose="020B0503020204020204" pitchFamily="34" charset="-122"/>
              </a:rPr>
              <a:t>演练</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C</a:t>
            </a:r>
            <a:r>
              <a:rPr lang="zh-CN" altLang="en-US" sz="2400" dirty="0" smtClean="0">
                <a:solidFill>
                  <a:schemeClr val="tx1"/>
                </a:solidFill>
                <a:latin typeface="微软雅黑" panose="020B0503020204020204" pitchFamily="34" charset="-122"/>
                <a:ea typeface="微软雅黑" panose="020B0503020204020204" pitchFamily="34" charset="-122"/>
              </a:rPr>
              <a:t>、组织制定并实施本单位安全生产规章制度和操作规程</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B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20</a:t>
            </a:r>
            <a:r>
              <a:rPr lang="zh-CN" altLang="en-US" sz="2400" dirty="0" smtClean="0">
                <a:solidFill>
                  <a:schemeClr val="tx1"/>
                </a:solidFill>
                <a:latin typeface="微软雅黑" panose="020B0503020204020204" pitchFamily="34" charset="-122"/>
                <a:ea typeface="微软雅黑" panose="020B0503020204020204" pitchFamily="34" charset="-122"/>
              </a:rPr>
              <a:t>、依据《中华人民共和国安全生产法》，因生产安全事故伤害的从业人员，除依法享有（</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）外，依照有关民事法律尚有获得赔偿的权</a:t>
            </a:r>
            <a:r>
              <a:rPr lang="zh-CN" altLang="en-US" sz="2400" dirty="0" smtClean="0">
                <a:solidFill>
                  <a:schemeClr val="tx1"/>
                </a:solidFill>
                <a:latin typeface="微软雅黑" panose="020B0503020204020204" pitchFamily="34" charset="-122"/>
                <a:ea typeface="微软雅黑" panose="020B0503020204020204" pitchFamily="34" charset="-122"/>
              </a:rPr>
              <a:t>利的，有权提出赔偿</a:t>
            </a:r>
            <a:r>
              <a:rPr lang="zh-CN" altLang="en-US" sz="2400" dirty="0" smtClean="0">
                <a:solidFill>
                  <a:schemeClr val="tx1"/>
                </a:solidFill>
                <a:latin typeface="微软雅黑" panose="020B0503020204020204" pitchFamily="34" charset="-122"/>
                <a:ea typeface="微软雅黑" panose="020B0503020204020204" pitchFamily="34" charset="-122"/>
              </a:rPr>
              <a:t>要求</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、伤残补助</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、工伤保险</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、商业保险</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21</a:t>
            </a:r>
            <a:r>
              <a:rPr lang="zh-CN" altLang="en-US" sz="2400" dirty="0" smtClean="0">
                <a:solidFill>
                  <a:schemeClr val="tx1"/>
                </a:solidFill>
                <a:latin typeface="微软雅黑" panose="020B0503020204020204" pitchFamily="34" charset="-122"/>
                <a:ea typeface="微软雅黑" panose="020B0503020204020204" pitchFamily="34" charset="-122"/>
              </a:rPr>
              <a:t>、依据《中华人民共和国劳动法》，订立和变更劳动合同，应当遵循（</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）的原则，不得违反法律行政法规的规定。</a:t>
            </a: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、平等自愿协商一致</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、多方协商</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明确双方的权利和义务。</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389890"/>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113790"/>
            <a:ext cx="2386965" cy="45783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592455" y="1414780"/>
            <a:ext cx="11159490" cy="5443220"/>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二、单选题</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22</a:t>
            </a:r>
            <a:r>
              <a:rPr lang="zh-CN" altLang="en-US" sz="2400" dirty="0" smtClean="0">
                <a:solidFill>
                  <a:schemeClr val="tx1"/>
                </a:solidFill>
                <a:latin typeface="微软雅黑" panose="020B0503020204020204" pitchFamily="34" charset="-122"/>
                <a:ea typeface="微软雅黑" panose="020B0503020204020204" pitchFamily="34" charset="-122"/>
              </a:rPr>
              <a:t>、依据《中华人民共和国劳动法》，劳动合同应以书面形式订立，，以下无需订立的条款是：（</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、工作方式</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、劳动合同期限</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、劳动保护和劳动条件</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23</a:t>
            </a:r>
            <a:r>
              <a:rPr lang="zh-CN" altLang="en-US" sz="2400" dirty="0" smtClean="0">
                <a:solidFill>
                  <a:schemeClr val="tx1"/>
                </a:solidFill>
                <a:latin typeface="微软雅黑" panose="020B0503020204020204" pitchFamily="34" charset="-122"/>
                <a:ea typeface="微软雅黑" panose="020B0503020204020204" pitchFamily="34" charset="-122"/>
              </a:rPr>
              <a:t>、依据《中华人民共和国消防法》，生产、储存、运输、销售、使用销毁易燃易爆危险品，必须执行（</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）和</a:t>
            </a:r>
            <a:r>
              <a:rPr lang="zh-CN" altLang="en-US" sz="2400" dirty="0" smtClean="0">
                <a:solidFill>
                  <a:schemeClr val="tx1"/>
                </a:solidFill>
                <a:latin typeface="微软雅黑" panose="020B0503020204020204" pitchFamily="34" charset="-122"/>
                <a:ea typeface="微软雅黑" panose="020B0503020204020204" pitchFamily="34" charset="-122"/>
              </a:rPr>
              <a:t>管理规定。</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、无害化处理标准</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、特种作业技术标准</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、消防技术标准</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C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24</a:t>
            </a:r>
            <a:r>
              <a:rPr lang="zh-CN" altLang="en-US" sz="2400" dirty="0" smtClean="0">
                <a:solidFill>
                  <a:schemeClr val="tx1"/>
                </a:solidFill>
                <a:latin typeface="微软雅黑" panose="020B0503020204020204" pitchFamily="34" charset="-122"/>
                <a:ea typeface="微软雅黑" panose="020B0503020204020204" pitchFamily="34" charset="-122"/>
              </a:rPr>
              <a:t>、依据《中华人民共和国刑法》规定</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）是指在生产作业中违反有关安全作业规定，因而发生重大伤亡事故或者造成其他严重后果的。</a:t>
            </a: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、重大</a:t>
            </a:r>
            <a:r>
              <a:rPr lang="zh-CN" altLang="en-US" sz="2400" dirty="0" smtClean="0">
                <a:solidFill>
                  <a:schemeClr val="tx1"/>
                </a:solidFill>
                <a:latin typeface="微软雅黑" panose="020B0503020204020204" pitchFamily="34" charset="-122"/>
                <a:ea typeface="微软雅黑" panose="020B0503020204020204" pitchFamily="34" charset="-122"/>
              </a:rPr>
              <a:t>责任事故罪</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B</a:t>
            </a:r>
            <a:r>
              <a:rPr lang="zh-CN" altLang="en-US" sz="2400" dirty="0" smtClean="0">
                <a:solidFill>
                  <a:schemeClr val="tx1"/>
                </a:solidFill>
                <a:latin typeface="微软雅黑" panose="020B0503020204020204" pitchFamily="34" charset="-122"/>
                <a:ea typeface="微软雅黑" panose="020B0503020204020204" pitchFamily="34" charset="-122"/>
              </a:rPr>
              <a:t>、危险物品肇事罪</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、重大劳动安全事故罪</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389890"/>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113790"/>
            <a:ext cx="2386965" cy="45783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592455" y="1414780"/>
            <a:ext cx="11159490" cy="5443220"/>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二、单选题</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25</a:t>
            </a:r>
            <a:r>
              <a:rPr lang="zh-CN" altLang="en-US" sz="2400" dirty="0" smtClean="0">
                <a:solidFill>
                  <a:schemeClr val="tx1"/>
                </a:solidFill>
                <a:latin typeface="微软雅黑" panose="020B0503020204020204" pitchFamily="34" charset="-122"/>
                <a:ea typeface="微软雅黑" panose="020B0503020204020204" pitchFamily="34" charset="-122"/>
              </a:rPr>
              <a:t>、存在硫化氢一氧化碳等中毒风险的有限空间作业的工贸企业存在（</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），可判定为重大事故隐患。</a:t>
            </a:r>
            <a:r>
              <a:rPr lang="en-US" altLang="zh-CN" sz="2400" dirty="0" smtClean="0">
                <a:solidFill>
                  <a:schemeClr val="tx1"/>
                </a:solidFill>
                <a:latin typeface="微软雅黑" panose="020B0503020204020204" pitchFamily="34" charset="-122"/>
                <a:ea typeface="微软雅黑" panose="020B0503020204020204" pitchFamily="34" charset="-122"/>
              </a:rPr>
              <a:t>A </a:t>
            </a:r>
            <a:r>
              <a:rPr lang="zh-CN" altLang="en-US" sz="2400" dirty="0" smtClean="0">
                <a:solidFill>
                  <a:schemeClr val="tx1"/>
                </a:solidFill>
                <a:latin typeface="微软雅黑" panose="020B0503020204020204" pitchFamily="34" charset="-122"/>
                <a:ea typeface="微软雅黑" panose="020B0503020204020204" pitchFamily="34" charset="-122"/>
              </a:rPr>
              <a:t>、有限空间作业现场未设置监护人员的</a:t>
            </a:r>
            <a:r>
              <a:rPr lang="en-US" altLang="zh-CN" sz="2400" dirty="0" smtClean="0">
                <a:solidFill>
                  <a:schemeClr val="tx1"/>
                </a:solidFill>
                <a:latin typeface="微软雅黑" panose="020B0503020204020204" pitchFamily="34" charset="-122"/>
                <a:ea typeface="微软雅黑" panose="020B0503020204020204" pitchFamily="34" charset="-122"/>
              </a:rPr>
              <a:t>   </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B</a:t>
            </a:r>
            <a:r>
              <a:rPr lang="zh-CN" altLang="en-US" sz="2400" dirty="0" smtClean="0">
                <a:solidFill>
                  <a:schemeClr val="tx1"/>
                </a:solidFill>
                <a:latin typeface="微软雅黑" panose="020B0503020204020204" pitchFamily="34" charset="-122"/>
                <a:ea typeface="微软雅黑" panose="020B0503020204020204" pitchFamily="34" charset="-122"/>
              </a:rPr>
              <a:t>、对有限空间进行辨识建立安全管理台账，并且设置明显的安全警示标志的</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C</a:t>
            </a:r>
            <a:r>
              <a:rPr lang="zh-CN" altLang="en-US" sz="2400" dirty="0" smtClean="0">
                <a:solidFill>
                  <a:schemeClr val="tx1"/>
                </a:solidFill>
                <a:latin typeface="微软雅黑" panose="020B0503020204020204" pitchFamily="34" charset="-122"/>
                <a:ea typeface="微软雅黑" panose="020B0503020204020204" pitchFamily="34" charset="-122"/>
              </a:rPr>
              <a:t>、执行</a:t>
            </a:r>
            <a:r>
              <a:rPr lang="en-US" altLang="zh-CN" sz="2400" dirty="0" smtClean="0">
                <a:solidFill>
                  <a:schemeClr val="tx1"/>
                </a:solidFill>
                <a:latin typeface="微软雅黑" panose="020B0503020204020204" pitchFamily="34" charset="-122"/>
                <a:ea typeface="微软雅黑" panose="020B0503020204020204" pitchFamily="34" charset="-122"/>
              </a:rPr>
              <a:t>“</a:t>
            </a:r>
            <a:r>
              <a:rPr lang="zh-CN" altLang="en-US" sz="2400" dirty="0" smtClean="0">
                <a:solidFill>
                  <a:schemeClr val="tx1"/>
                </a:solidFill>
                <a:latin typeface="微软雅黑" panose="020B0503020204020204" pitchFamily="34" charset="-122"/>
                <a:ea typeface="微软雅黑" panose="020B0503020204020204" pitchFamily="34" charset="-122"/>
              </a:rPr>
              <a:t>先通风、再检测、后作业</a:t>
            </a:r>
            <a:r>
              <a:rPr lang="en-US" altLang="zh-CN" sz="2400" dirty="0" smtClean="0">
                <a:solidFill>
                  <a:schemeClr val="tx1"/>
                </a:solidFill>
                <a:latin typeface="微软雅黑" panose="020B0503020204020204" pitchFamily="34" charset="-122"/>
                <a:ea typeface="微软雅黑" panose="020B0503020204020204" pitchFamily="34" charset="-122"/>
              </a:rPr>
              <a:t>”</a:t>
            </a:r>
            <a:r>
              <a:rPr lang="zh-CN" altLang="en-US" sz="2400" dirty="0" smtClean="0">
                <a:solidFill>
                  <a:schemeClr val="tx1"/>
                </a:solidFill>
                <a:latin typeface="微软雅黑" panose="020B0503020204020204" pitchFamily="34" charset="-122"/>
                <a:ea typeface="微软雅黑" panose="020B0503020204020204" pitchFamily="34" charset="-122"/>
              </a:rPr>
              <a:t>要求的。</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26</a:t>
            </a:r>
            <a:r>
              <a:rPr lang="zh-CN" altLang="en-US" sz="2400" dirty="0" smtClean="0">
                <a:solidFill>
                  <a:schemeClr val="tx1"/>
                </a:solidFill>
                <a:latin typeface="微软雅黑" panose="020B0503020204020204" pitchFamily="34" charset="-122"/>
                <a:ea typeface="微软雅黑" panose="020B0503020204020204" pitchFamily="34" charset="-122"/>
              </a:rPr>
              <a:t>、依据《中华人民共和国刑法》规定，在安全事故发生后，负有（</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）职责的人员不报或者谎报事故情况，贻误事故抢救，情节严重的，处三年以下有期徒刑或者拘役</a:t>
            </a:r>
            <a:r>
              <a:rPr lang="en-US" altLang="zh-CN" sz="2400" dirty="0" smtClean="0">
                <a:solidFill>
                  <a:schemeClr val="tx1"/>
                </a:solidFill>
                <a:latin typeface="微软雅黑" panose="020B0503020204020204" pitchFamily="34" charset="-122"/>
                <a:ea typeface="微软雅黑" panose="020B0503020204020204" pitchFamily="34" charset="-122"/>
              </a:rPr>
              <a:t>   A</a:t>
            </a:r>
            <a:r>
              <a:rPr lang="zh-CN" altLang="en-US" sz="2400" dirty="0" smtClean="0">
                <a:solidFill>
                  <a:schemeClr val="tx1"/>
                </a:solidFill>
                <a:latin typeface="微软雅黑" panose="020B0503020204020204" pitchFamily="34" charset="-122"/>
                <a:ea typeface="微软雅黑" panose="020B0503020204020204" pitchFamily="34" charset="-122"/>
              </a:rPr>
              <a:t>，监督</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、管理</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、报告</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C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27</a:t>
            </a:r>
            <a:r>
              <a:rPr lang="zh-CN" altLang="en-US" sz="2400" dirty="0" smtClean="0">
                <a:solidFill>
                  <a:schemeClr val="tx1"/>
                </a:solidFill>
                <a:latin typeface="微软雅黑" panose="020B0503020204020204" pitchFamily="34" charset="-122"/>
                <a:ea typeface="微软雅黑" panose="020B0503020204020204" pitchFamily="34" charset="-122"/>
              </a:rPr>
              <a:t>、某员工因工伤导致残疾，经鉴定为四级伤残，依照《工伤保险条例》有关规定，该员工可领取一次性伤残补助金的标准是（</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21</a:t>
            </a:r>
            <a:r>
              <a:rPr lang="zh-CN" altLang="en-US" sz="2400" dirty="0" smtClean="0">
                <a:solidFill>
                  <a:schemeClr val="tx1"/>
                </a:solidFill>
                <a:latin typeface="微软雅黑" panose="020B0503020204020204" pitchFamily="34" charset="-122"/>
                <a:ea typeface="微软雅黑" panose="020B0503020204020204" pitchFamily="34" charset="-122"/>
              </a:rPr>
              <a:t>个月的本人工资</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23</a:t>
            </a:r>
            <a:r>
              <a:rPr lang="zh-CN" altLang="en-US" sz="2400" dirty="0" smtClean="0">
                <a:solidFill>
                  <a:schemeClr val="tx1"/>
                </a:solidFill>
                <a:latin typeface="微软雅黑" panose="020B0503020204020204" pitchFamily="34" charset="-122"/>
                <a:ea typeface="微软雅黑" panose="020B0503020204020204" pitchFamily="34" charset="-122"/>
              </a:rPr>
              <a:t>个月本人工资</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18</a:t>
            </a:r>
            <a:r>
              <a:rPr lang="zh-CN" altLang="en-US" sz="2400" dirty="0" smtClean="0">
                <a:solidFill>
                  <a:schemeClr val="tx1"/>
                </a:solidFill>
                <a:latin typeface="微软雅黑" panose="020B0503020204020204" pitchFamily="34" charset="-122"/>
                <a:ea typeface="微软雅黑" panose="020B0503020204020204" pitchFamily="34" charset="-122"/>
              </a:rPr>
              <a:t>个月本人</a:t>
            </a:r>
            <a:r>
              <a:rPr lang="zh-CN" altLang="en-US" sz="2400" dirty="0" smtClean="0">
                <a:solidFill>
                  <a:schemeClr val="tx1"/>
                </a:solidFill>
                <a:latin typeface="微软雅黑" panose="020B0503020204020204" pitchFamily="34" charset="-122"/>
                <a:ea typeface="微软雅黑" panose="020B0503020204020204" pitchFamily="34" charset="-122"/>
              </a:rPr>
              <a:t>工资</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389890"/>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113790"/>
            <a:ext cx="2386965" cy="45783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
          <p:cNvSpPr txBox="1"/>
          <p:nvPr/>
        </p:nvSpPr>
        <p:spPr>
          <a:xfrm>
            <a:off x="592455" y="1414780"/>
            <a:ext cx="11159490" cy="5443220"/>
          </a:xfrm>
          <a:prstGeom prst="rect">
            <a:avLst/>
          </a:prstGeom>
          <a:noFill/>
          <a:ln w="9525">
            <a:noFill/>
          </a:ln>
          <a:effectLst>
            <a:prstShdw prst="shdw12" dir="16200000">
              <a:schemeClr val="bg2">
                <a:alpha val="50000"/>
              </a:schemeClr>
            </a:prstShdw>
          </a:effectLst>
        </p:spPr>
        <p:txBody>
          <a:bodyPr wrap="square" anchor="t">
            <a:noAutofit/>
          </a:bodyPr>
          <a:p>
            <a:pPr>
              <a:lnSpc>
                <a:spcPct val="130000"/>
              </a:lnSpc>
            </a:pPr>
            <a:r>
              <a:rPr lang="zh-CN" sz="2400" dirty="0" smtClean="0">
                <a:solidFill>
                  <a:srgbClr val="00B050"/>
                </a:solidFill>
                <a:latin typeface="微软雅黑" panose="020B0503020204020204" pitchFamily="34" charset="-122"/>
                <a:ea typeface="微软雅黑" panose="020B0503020204020204" pitchFamily="34" charset="-122"/>
              </a:rPr>
              <a:t>二、单选题</a:t>
            </a:r>
            <a:endParaRPr sz="2400" dirty="0" smtClean="0">
              <a:solidFill>
                <a:srgbClr val="00B050"/>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28</a:t>
            </a:r>
            <a:r>
              <a:rPr lang="zh-CN" altLang="en-US" sz="2400" dirty="0" smtClean="0">
                <a:solidFill>
                  <a:schemeClr val="tx1"/>
                </a:solidFill>
                <a:latin typeface="微软雅黑" panose="020B0503020204020204" pitchFamily="34" charset="-122"/>
                <a:ea typeface="微软雅黑" panose="020B0503020204020204" pitchFamily="34" charset="-122"/>
              </a:rPr>
              <a:t>、依据《安全生产事故应急条例》参加生产安全事故现场应急救援的单位和个人应当服从（</a:t>
            </a:r>
            <a:r>
              <a:rPr lang="en-US" altLang="zh-CN" sz="2400" dirty="0" smtClean="0">
                <a:solidFill>
                  <a:schemeClr val="tx1"/>
                </a:solidFill>
                <a:latin typeface="微软雅黑" panose="020B0503020204020204" pitchFamily="34" charset="-122"/>
                <a:ea typeface="微软雅黑" panose="020B0503020204020204" pitchFamily="34" charset="-122"/>
              </a:rPr>
              <a:t> C  </a:t>
            </a:r>
            <a:r>
              <a:rPr lang="zh-CN" altLang="en-US" sz="2400" dirty="0" smtClean="0">
                <a:solidFill>
                  <a:schemeClr val="tx1"/>
                </a:solidFill>
                <a:latin typeface="微软雅黑" panose="020B0503020204020204" pitchFamily="34" charset="-122"/>
                <a:ea typeface="微软雅黑" panose="020B0503020204020204" pitchFamily="34" charset="-122"/>
              </a:rPr>
              <a:t>）统一指挥。</a:t>
            </a: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、当地政府</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、企业主要负责人</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zh-CN" altLang="en-US" sz="2400" dirty="0" smtClean="0">
                <a:solidFill>
                  <a:schemeClr val="tx1"/>
                </a:solidFill>
                <a:latin typeface="微软雅黑" panose="020B0503020204020204" pitchFamily="34" charset="-122"/>
                <a:ea typeface="微软雅黑" panose="020B0503020204020204" pitchFamily="34" charset="-122"/>
              </a:rPr>
              <a:t>现场指挥部</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29</a:t>
            </a:r>
            <a:r>
              <a:rPr lang="zh-CN" altLang="en-US" sz="2400" dirty="0" smtClean="0">
                <a:solidFill>
                  <a:schemeClr val="tx1"/>
                </a:solidFill>
                <a:latin typeface="微软雅黑" panose="020B0503020204020204" pitchFamily="34" charset="-122"/>
                <a:ea typeface="微软雅黑" panose="020B0503020204020204" pitchFamily="34" charset="-122"/>
              </a:rPr>
              <a:t>、依据《特种作业人员安全技术培训考核管理规定》，离开特种作业岗位（</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）以上的特种作业人员，应当重新进行实操考试，经确认合格后方可</a:t>
            </a:r>
            <a:r>
              <a:rPr lang="zh-CN" altLang="en-US" sz="2400" dirty="0" smtClean="0">
                <a:solidFill>
                  <a:schemeClr val="tx1"/>
                </a:solidFill>
                <a:latin typeface="微软雅黑" panose="020B0503020204020204" pitchFamily="34" charset="-122"/>
                <a:ea typeface="微软雅黑" panose="020B0503020204020204" pitchFamily="34" charset="-122"/>
              </a:rPr>
              <a:t>上岗作业。</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、一年</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、三年</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、半年</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C  </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30</a:t>
            </a:r>
            <a:r>
              <a:rPr lang="zh-CN" altLang="en-US" sz="2400" dirty="0" smtClean="0">
                <a:solidFill>
                  <a:schemeClr val="tx1"/>
                </a:solidFill>
                <a:latin typeface="微软雅黑" panose="020B0503020204020204" pitchFamily="34" charset="-122"/>
                <a:ea typeface="微软雅黑" panose="020B0503020204020204" pitchFamily="34" charset="-122"/>
              </a:rPr>
              <a:t>、存在职业病危害的用人单位，其工作场所的设立除应当符合法律、行政法规规定的条件外，还应当做到（</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答案：</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B</a:t>
            </a:r>
            <a:r>
              <a:rPr lang="zh-CN" altLang="en-US" sz="2400" dirty="0" smtClean="0">
                <a:solidFill>
                  <a:schemeClr val="tx1"/>
                </a:solidFill>
                <a:latin typeface="微软雅黑" panose="020B0503020204020204" pitchFamily="34" charset="-122"/>
                <a:ea typeface="微软雅黑" panose="020B0503020204020204" pitchFamily="34" charset="-122"/>
              </a:rPr>
              <a:t>）</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400" dirty="0" smtClean="0">
                <a:solidFill>
                  <a:schemeClr val="tx1"/>
                </a:solidFill>
                <a:latin typeface="微软雅黑" panose="020B0503020204020204" pitchFamily="34" charset="-122"/>
                <a:ea typeface="微软雅黑" panose="020B0503020204020204" pitchFamily="34" charset="-122"/>
              </a:rPr>
              <a:t>A</a:t>
            </a:r>
            <a:r>
              <a:rPr lang="zh-CN" altLang="en-US" sz="2400" dirty="0" smtClean="0">
                <a:solidFill>
                  <a:schemeClr val="tx1"/>
                </a:solidFill>
                <a:latin typeface="微软雅黑" panose="020B0503020204020204" pitchFamily="34" charset="-122"/>
                <a:ea typeface="微软雅黑" panose="020B0503020204020204" pitchFamily="34" charset="-122"/>
              </a:rPr>
              <a:t>、设备、工具、用具等设施能满足生产需求</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zh-CN" altLang="en-US" sz="2400" dirty="0" smtClean="0">
                <a:solidFill>
                  <a:schemeClr val="tx1"/>
                </a:solidFill>
                <a:latin typeface="微软雅黑" panose="020B0503020204020204" pitchFamily="34" charset="-122"/>
                <a:ea typeface="微软雅黑" panose="020B0503020204020204" pitchFamily="34" charset="-122"/>
              </a:rPr>
              <a:t>、职业病危害因素的强度或者浓度符合国家职业卫生标准</a:t>
            </a:r>
            <a:r>
              <a:rPr lang="en-US" altLang="zh-CN" sz="2400" dirty="0" smtClean="0">
                <a:solidFill>
                  <a:schemeClr val="tx1"/>
                </a:solidFill>
                <a:latin typeface="微软雅黑" panose="020B0503020204020204" pitchFamily="34" charset="-122"/>
                <a:ea typeface="微软雅黑" panose="020B0503020204020204" pitchFamily="34" charset="-122"/>
              </a:rPr>
              <a:t>       C</a:t>
            </a:r>
            <a:r>
              <a:rPr lang="zh-CN" altLang="en-US" sz="2400" dirty="0" smtClean="0">
                <a:solidFill>
                  <a:schemeClr val="tx1"/>
                </a:solidFill>
                <a:latin typeface="微软雅黑" panose="020B0503020204020204" pitchFamily="34" charset="-122"/>
                <a:ea typeface="微软雅黑" panose="020B0503020204020204" pitchFamily="34" charset="-122"/>
              </a:rPr>
              <a:t>、有与职业危害防护相关的</a:t>
            </a:r>
            <a:r>
              <a:rPr lang="zh-CN" altLang="en-US" sz="2400" dirty="0" smtClean="0">
                <a:solidFill>
                  <a:schemeClr val="tx1"/>
                </a:solidFill>
                <a:latin typeface="微软雅黑" panose="020B0503020204020204" pitchFamily="34" charset="-122"/>
                <a:ea typeface="微软雅黑" panose="020B0503020204020204" pitchFamily="34" charset="-122"/>
              </a:rPr>
              <a:t>宣传栏。</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nSpc>
                <a:spcPct val="130000"/>
              </a:lnSpc>
            </a:pP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53160" y="1108075"/>
            <a:ext cx="619125" cy="389890"/>
            <a:chOff x="264939" y="188640"/>
            <a:chExt cx="604358" cy="216024"/>
          </a:xfrm>
          <a:solidFill>
            <a:srgbClr val="0070C0"/>
          </a:solidFill>
          <a:effectLst>
            <a:outerShdw blurRad="444500" dist="127000" dir="5400000" algn="t" rotWithShape="0">
              <a:prstClr val="black">
                <a:alpha val="40000"/>
              </a:prstClr>
            </a:outerShdw>
          </a:effectLst>
        </p:grpSpPr>
        <p:sp>
          <p:nvSpPr>
            <p:cNvPr id="6" name="燕尾形 5"/>
            <p:cNvSpPr/>
            <p:nvPr/>
          </p:nvSpPr>
          <p:spPr>
            <a:xfrm>
              <a:off x="264939"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7" name="燕尾形 6"/>
            <p:cNvSpPr/>
            <p:nvPr/>
          </p:nvSpPr>
          <p:spPr>
            <a:xfrm>
              <a:off x="454914"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sp>
          <p:nvSpPr>
            <p:cNvPr id="8" name="燕尾形 7"/>
            <p:cNvSpPr/>
            <p:nvPr/>
          </p:nvSpPr>
          <p:spPr>
            <a:xfrm>
              <a:off x="653273" y="188640"/>
              <a:ext cx="216024" cy="21602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solidFill>
                  <a:srgbClr val="0070C0"/>
                </a:solidFill>
              </a:endParaRPr>
            </a:p>
          </p:txBody>
        </p:sp>
      </p:grpSp>
      <p:sp>
        <p:nvSpPr>
          <p:cNvPr id="11" name="Text Box 3"/>
          <p:cNvSpPr txBox="1"/>
          <p:nvPr/>
        </p:nvSpPr>
        <p:spPr>
          <a:xfrm>
            <a:off x="1947545" y="1113790"/>
            <a:ext cx="2386965" cy="457835"/>
          </a:xfrm>
          <a:prstGeom prst="rect">
            <a:avLst/>
          </a:prstGeom>
          <a:solidFill>
            <a:schemeClr val="accent4"/>
          </a:solidFill>
          <a:ln w="9525">
            <a:noFill/>
          </a:ln>
          <a:effectLst>
            <a:prstShdw prst="shdw12" dir="16200000">
              <a:schemeClr val="bg2">
                <a:alpha val="50000"/>
              </a:schemeClr>
            </a:prstShdw>
          </a:effectLst>
        </p:spPr>
        <p:txBody>
          <a:bodyPr wrap="square" anchor="t">
            <a:noAutofit/>
          </a:bodyPr>
          <a:p>
            <a:pPr>
              <a:spcBef>
                <a:spcPct val="50000"/>
              </a:spcBef>
            </a:pPr>
            <a:r>
              <a:rPr lang="zh-CN" altLang="en-US" sz="2400" b="1" dirty="0">
                <a:solidFill>
                  <a:schemeClr val="bg1"/>
                </a:solidFill>
                <a:latin typeface="微软雅黑" panose="020B0503020204020204" pitchFamily="34" charset="-122"/>
                <a:ea typeface="微软雅黑" panose="020B0503020204020204" pitchFamily="34" charset="-122"/>
              </a:rPr>
              <a:t>法律法规考试题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65924" name="Rectangle 2"/>
          <p:cNvSpPr txBox="1">
            <a:spLocks noChangeArrowheads="1"/>
          </p:cNvSpPr>
          <p:nvPr/>
        </p:nvSpPr>
        <p:spPr bwMode="auto">
          <a:xfrm>
            <a:off x="688975" y="345440"/>
            <a:ext cx="6061710" cy="583565"/>
          </a:xfrm>
          <a:prstGeom prst="rect">
            <a:avLst/>
          </a:prstGeom>
          <a:solidFill>
            <a:srgbClr val="000099"/>
          </a:solidFill>
          <a:ln w="9525" algn="ctr">
            <a:noFill/>
            <a:miter lim="800000"/>
          </a:ln>
          <a:effectLst>
            <a:outerShdw dist="28398" dir="1593903" algn="ctr" rotWithShape="0">
              <a:schemeClr val="bg2">
                <a:alpha val="50000"/>
              </a:schemeClr>
            </a:outerShdw>
          </a:effectLst>
        </p:spPr>
        <p:txBody>
          <a:bodyPr wrap="square">
            <a:spAutoFit/>
          </a:bodyPr>
          <a:p>
            <a:pPr marR="0" defTabSz="914400">
              <a:buClrTx/>
              <a:buSzTx/>
              <a:buFontTx/>
              <a:buNone/>
              <a:defRPr/>
            </a:pPr>
            <a:r>
              <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rPr>
              <a:t>本章国家题库中的考题</a:t>
            </a:r>
            <a:endParaRPr kumimoji="0" lang="zh-CN" altLang="en-US" sz="3200" kern="1200" cap="none" spc="0" normalizeH="0" baseline="0" noProof="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459990"/>
            <a:ext cx="12192000" cy="2480945"/>
          </a:xfrm>
          <a:prstGeom prst="rect">
            <a:avLst/>
          </a:prstGeom>
          <a:solidFill>
            <a:srgbClr val="0F0B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p>
        </p:txBody>
      </p:sp>
      <p:sp>
        <p:nvSpPr>
          <p:cNvPr id="75" name="矩形 74"/>
          <p:cNvSpPr/>
          <p:nvPr/>
        </p:nvSpPr>
        <p:spPr>
          <a:xfrm>
            <a:off x="799153" y="2931291"/>
            <a:ext cx="8779581" cy="1198880"/>
          </a:xfrm>
          <a:prstGeom prst="rect">
            <a:avLst/>
          </a:prstGeom>
          <a:ln>
            <a:noFill/>
          </a:ln>
        </p:spPr>
        <p:txBody>
          <a:bodyPr wrap="square">
            <a:spAutoFit/>
            <a:scene3d>
              <a:camera prst="orthographicFront"/>
              <a:lightRig rig="threePt" dir="t"/>
            </a:scene3d>
            <a:sp3d contourW="12700"/>
          </a:bodyPr>
          <a:lstStyle/>
          <a:p>
            <a:pPr algn="just">
              <a:lnSpc>
                <a:spcPct val="120000"/>
              </a:lnSpc>
            </a:pPr>
            <a:r>
              <a:rPr lang="zh-CN" altLang="en-US" sz="6000" b="1" dirty="0" smtClean="0">
                <a:solidFill>
                  <a:schemeClr val="bg1"/>
                </a:solidFill>
                <a:latin typeface="微软雅黑" panose="020B0503020204020204" pitchFamily="34" charset="-122"/>
                <a:ea typeface="微软雅黑" panose="020B0503020204020204" pitchFamily="34" charset="-122"/>
              </a:rPr>
              <a:t>感谢聆听</a:t>
            </a:r>
            <a:endParaRPr lang="zh-CN" altLang="en-US" sz="6000" b="1" dirty="0">
              <a:solidFill>
                <a:schemeClr val="bg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8873913" y="4160520"/>
            <a:ext cx="2948093" cy="665480"/>
          </a:xfrm>
          <a:prstGeom prst="rect">
            <a:avLst/>
          </a:prstGeom>
          <a:noFill/>
        </p:spPr>
        <p:txBody>
          <a:bodyPr wrap="square" rtlCol="0">
            <a:spAutoFit/>
          </a:bodyPr>
          <a:p>
            <a:r>
              <a:rPr lang="en-US" altLang="zh-CN" sz="1865">
                <a:solidFill>
                  <a:schemeClr val="bg1"/>
                </a:solidFill>
              </a:rPr>
              <a:t>13336617789</a:t>
            </a:r>
            <a:r>
              <a:rPr lang="zh-CN" altLang="en-US" sz="1865">
                <a:solidFill>
                  <a:schemeClr val="bg1"/>
                </a:solidFill>
              </a:rPr>
              <a:t>（微信同号）</a:t>
            </a:r>
            <a:endParaRPr lang="en-US" altLang="zh-CN" sz="1865">
              <a:solidFill>
                <a:schemeClr val="bg1"/>
              </a:solidFill>
            </a:endParaRPr>
          </a:p>
          <a:p>
            <a:r>
              <a:rPr lang="en-US" altLang="zh-CN" sz="1865">
                <a:solidFill>
                  <a:schemeClr val="bg1"/>
                </a:solidFill>
              </a:rPr>
              <a:t>1251596612@qq.com</a:t>
            </a:r>
            <a:endParaRPr lang="en-US" altLang="zh-CN" sz="1865">
              <a:solidFill>
                <a:schemeClr val="bg1"/>
              </a:solidFill>
            </a:endParaRPr>
          </a:p>
        </p:txBody>
      </p:sp>
      <p:sp>
        <p:nvSpPr>
          <p:cNvPr id="36" name="KSO_Shape"/>
          <p:cNvSpPr/>
          <p:nvPr/>
        </p:nvSpPr>
        <p:spPr bwMode="auto">
          <a:xfrm flipH="1">
            <a:off x="11330940" y="5997575"/>
            <a:ext cx="817880" cy="748665"/>
          </a:xfrm>
          <a:custGeom>
            <a:avLst/>
            <a:gdLst>
              <a:gd name="T0" fmla="*/ 354414 w 2295525"/>
              <a:gd name="T1" fmla="*/ 1437494 h 1735138"/>
              <a:gd name="T2" fmla="*/ 223983 w 2295525"/>
              <a:gd name="T3" fmla="*/ 1389407 h 1735138"/>
              <a:gd name="T4" fmla="*/ 200120 w 2295525"/>
              <a:gd name="T5" fmla="*/ 1433678 h 1735138"/>
              <a:gd name="T6" fmla="*/ 1871799 w 2295525"/>
              <a:gd name="T7" fmla="*/ 1202082 h 1735138"/>
              <a:gd name="T8" fmla="*/ 1862595 w 2295525"/>
              <a:gd name="T9" fmla="*/ 1430571 h 1735138"/>
              <a:gd name="T10" fmla="*/ 1585813 w 2295525"/>
              <a:gd name="T11" fmla="*/ 1207999 h 1735138"/>
              <a:gd name="T12" fmla="*/ 1490656 w 2295525"/>
              <a:gd name="T13" fmla="*/ 1402297 h 1735138"/>
              <a:gd name="T14" fmla="*/ 1152749 w 2295525"/>
              <a:gd name="T15" fmla="*/ 1383558 h 1735138"/>
              <a:gd name="T16" fmla="*/ 1090837 w 2295525"/>
              <a:gd name="T17" fmla="*/ 1220821 h 1735138"/>
              <a:gd name="T18" fmla="*/ 783516 w 2295525"/>
              <a:gd name="T19" fmla="*/ 1424982 h 1735138"/>
              <a:gd name="T20" fmla="*/ 1483025 w 2295525"/>
              <a:gd name="T21" fmla="*/ 1122300 h 1735138"/>
              <a:gd name="T22" fmla="*/ 1518730 w 2295525"/>
              <a:gd name="T23" fmla="*/ 1215802 h 1735138"/>
              <a:gd name="T24" fmla="*/ 1183050 w 2295525"/>
              <a:gd name="T25" fmla="*/ 1170419 h 1735138"/>
              <a:gd name="T26" fmla="*/ 1093135 w 2295525"/>
              <a:gd name="T27" fmla="*/ 1129269 h 1735138"/>
              <a:gd name="T28" fmla="*/ 556942 w 2295525"/>
              <a:gd name="T29" fmla="*/ 1349470 h 1735138"/>
              <a:gd name="T30" fmla="*/ 575056 w 2295525"/>
              <a:gd name="T31" fmla="*/ 1122300 h 1735138"/>
              <a:gd name="T32" fmla="*/ 1862842 w 2295525"/>
              <a:gd name="T33" fmla="*/ 1073163 h 1735138"/>
              <a:gd name="T34" fmla="*/ 1818708 w 2295525"/>
              <a:gd name="T35" fmla="*/ 1141187 h 1735138"/>
              <a:gd name="T36" fmla="*/ 1616812 w 2295525"/>
              <a:gd name="T37" fmla="*/ 1141187 h 1735138"/>
              <a:gd name="T38" fmla="*/ 1710350 w 2295525"/>
              <a:gd name="T39" fmla="*/ 973592 h 1735138"/>
              <a:gd name="T40" fmla="*/ 1049969 w 2295525"/>
              <a:gd name="T41" fmla="*/ 1053775 h 1735138"/>
              <a:gd name="T42" fmla="*/ 1014682 w 2295525"/>
              <a:gd name="T43" fmla="*/ 1139873 h 1735138"/>
              <a:gd name="T44" fmla="*/ 810877 w 2295525"/>
              <a:gd name="T45" fmla="*/ 1148088 h 1735138"/>
              <a:gd name="T46" fmla="*/ 894641 w 2295525"/>
              <a:gd name="T47" fmla="*/ 977206 h 1735138"/>
              <a:gd name="T48" fmla="*/ 1442943 w 2295525"/>
              <a:gd name="T49" fmla="*/ 1075103 h 1735138"/>
              <a:gd name="T50" fmla="*/ 1436373 w 2295525"/>
              <a:gd name="T51" fmla="*/ 1150050 h 1735138"/>
              <a:gd name="T52" fmla="*/ 1208721 w 2295525"/>
              <a:gd name="T53" fmla="*/ 1078390 h 1735138"/>
              <a:gd name="T54" fmla="*/ 1323368 w 2295525"/>
              <a:gd name="T55" fmla="*/ 948876 h 1735138"/>
              <a:gd name="T56" fmla="*/ 1621695 w 2295525"/>
              <a:gd name="T57" fmla="*/ 933562 h 1735138"/>
              <a:gd name="T58" fmla="*/ 1479674 w 2295525"/>
              <a:gd name="T59" fmla="*/ 1082709 h 1735138"/>
              <a:gd name="T60" fmla="*/ 1414939 w 2295525"/>
              <a:gd name="T61" fmla="*/ 921326 h 1735138"/>
              <a:gd name="T62" fmla="*/ 734217 w 2295525"/>
              <a:gd name="T63" fmla="*/ 885923 h 1735138"/>
              <a:gd name="T64" fmla="*/ 821379 w 2295525"/>
              <a:gd name="T65" fmla="*/ 995880 h 1735138"/>
              <a:gd name="T66" fmla="*/ 569798 w 2295525"/>
              <a:gd name="T67" fmla="*/ 1011399 h 1735138"/>
              <a:gd name="T68" fmla="*/ 708465 w 2295525"/>
              <a:gd name="T69" fmla="*/ 874696 h 1735138"/>
              <a:gd name="T70" fmla="*/ 1179427 w 2295525"/>
              <a:gd name="T71" fmla="*/ 987627 h 1735138"/>
              <a:gd name="T72" fmla="*/ 1053942 w 2295525"/>
              <a:gd name="T73" fmla="*/ 998854 h 1735138"/>
              <a:gd name="T74" fmla="*/ 1081279 w 2295525"/>
              <a:gd name="T75" fmla="*/ 872390 h 1735138"/>
              <a:gd name="T76" fmla="*/ 630962 w 2295525"/>
              <a:gd name="T77" fmla="*/ 582190 h 1735138"/>
              <a:gd name="T78" fmla="*/ 650134 w 2295525"/>
              <a:gd name="T79" fmla="*/ 606180 h 1735138"/>
              <a:gd name="T80" fmla="*/ 568156 w 2295525"/>
              <a:gd name="T81" fmla="*/ 576931 h 1735138"/>
              <a:gd name="T82" fmla="*/ 423066 w 2295525"/>
              <a:gd name="T83" fmla="*/ 442769 h 1735138"/>
              <a:gd name="T84" fmla="*/ 467582 w 2295525"/>
              <a:gd name="T85" fmla="*/ 701168 h 1735138"/>
              <a:gd name="T86" fmla="*/ 431639 w 2295525"/>
              <a:gd name="T87" fmla="*/ 840254 h 1735138"/>
              <a:gd name="T88" fmla="*/ 233461 w 2295525"/>
              <a:gd name="T89" fmla="*/ 1059432 h 1735138"/>
              <a:gd name="T90" fmla="*/ 24401 w 2295525"/>
              <a:gd name="T91" fmla="*/ 753902 h 1735138"/>
              <a:gd name="T92" fmla="*/ 24071 w 2295525"/>
              <a:gd name="T93" fmla="*/ 496162 h 1735138"/>
              <a:gd name="T94" fmla="*/ 271712 w 2295525"/>
              <a:gd name="T95" fmla="*/ 589107 h 1735138"/>
              <a:gd name="T96" fmla="*/ 114945 w 2295525"/>
              <a:gd name="T97" fmla="*/ 167158 h 1735138"/>
              <a:gd name="T98" fmla="*/ 805855 w 2295525"/>
              <a:gd name="T99" fmla="*/ 635663 h 1735138"/>
              <a:gd name="T100" fmla="*/ 259204 w 2295525"/>
              <a:gd name="T101" fmla="*/ 33300 h 1735138"/>
              <a:gd name="T102" fmla="*/ 328699 w 2295525"/>
              <a:gd name="T103" fmla="*/ 129902 h 1735138"/>
              <a:gd name="T104" fmla="*/ 367892 w 2295525"/>
              <a:gd name="T105" fmla="*/ 169466 h 1735138"/>
              <a:gd name="T106" fmla="*/ 336932 w 2295525"/>
              <a:gd name="T107" fmla="*/ 328712 h 1735138"/>
              <a:gd name="T108" fmla="*/ 211447 w 2295525"/>
              <a:gd name="T109" fmla="*/ 381464 h 1735138"/>
              <a:gd name="T110" fmla="*/ 106711 w 2295525"/>
              <a:gd name="T111" fmla="*/ 261452 h 1735138"/>
              <a:gd name="T112" fmla="*/ 105065 w 2295525"/>
              <a:gd name="T113" fmla="*/ 98581 h 1735138"/>
              <a:gd name="T114" fmla="*/ 1739362 w 2295525"/>
              <a:gd name="T115" fmla="*/ 11210 h 1735138"/>
              <a:gd name="T116" fmla="*/ 1780178 w 2295525"/>
              <a:gd name="T117" fmla="*/ 665335 h 1735138"/>
              <a:gd name="T118" fmla="*/ 801905 w 2295525"/>
              <a:gd name="T119" fmla="*/ 719736 h 1735138"/>
              <a:gd name="T120" fmla="*/ 728501 w 2295525"/>
              <a:gd name="T121" fmla="*/ 578954 h 1735138"/>
              <a:gd name="T122" fmla="*/ 797296 w 2295525"/>
              <a:gd name="T123" fmla="*/ 2967 h 173513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295525" h="1735138">
                <a:moveTo>
                  <a:pt x="350837" y="1671638"/>
                </a:moveTo>
                <a:lnTo>
                  <a:pt x="438244" y="1671638"/>
                </a:lnTo>
                <a:lnTo>
                  <a:pt x="442634" y="1674019"/>
                </a:lnTo>
                <a:lnTo>
                  <a:pt x="452213" y="1680766"/>
                </a:lnTo>
                <a:lnTo>
                  <a:pt x="458599" y="1685132"/>
                </a:lnTo>
                <a:lnTo>
                  <a:pt x="465384" y="1690291"/>
                </a:lnTo>
                <a:lnTo>
                  <a:pt x="472169" y="1695847"/>
                </a:lnTo>
                <a:lnTo>
                  <a:pt x="478156" y="1701404"/>
                </a:lnTo>
                <a:lnTo>
                  <a:pt x="483743" y="1706960"/>
                </a:lnTo>
                <a:lnTo>
                  <a:pt x="488533" y="1712913"/>
                </a:lnTo>
                <a:lnTo>
                  <a:pt x="490129" y="1715691"/>
                </a:lnTo>
                <a:lnTo>
                  <a:pt x="490928" y="1718072"/>
                </a:lnTo>
                <a:lnTo>
                  <a:pt x="491726" y="1720454"/>
                </a:lnTo>
                <a:lnTo>
                  <a:pt x="492125" y="1723232"/>
                </a:lnTo>
                <a:lnTo>
                  <a:pt x="491726" y="1725216"/>
                </a:lnTo>
                <a:lnTo>
                  <a:pt x="490928" y="1727201"/>
                </a:lnTo>
                <a:lnTo>
                  <a:pt x="489331" y="1729582"/>
                </a:lnTo>
                <a:lnTo>
                  <a:pt x="486537" y="1730772"/>
                </a:lnTo>
                <a:lnTo>
                  <a:pt x="483743" y="1732360"/>
                </a:lnTo>
                <a:lnTo>
                  <a:pt x="479752" y="1733551"/>
                </a:lnTo>
                <a:lnTo>
                  <a:pt x="475362" y="1734344"/>
                </a:lnTo>
                <a:lnTo>
                  <a:pt x="469774" y="1734741"/>
                </a:lnTo>
                <a:lnTo>
                  <a:pt x="462590" y="1735138"/>
                </a:lnTo>
                <a:lnTo>
                  <a:pt x="455805" y="1735138"/>
                </a:lnTo>
                <a:lnTo>
                  <a:pt x="449419" y="1734741"/>
                </a:lnTo>
                <a:lnTo>
                  <a:pt x="443432" y="1733947"/>
                </a:lnTo>
                <a:lnTo>
                  <a:pt x="437446" y="1733154"/>
                </a:lnTo>
                <a:lnTo>
                  <a:pt x="431858" y="1731566"/>
                </a:lnTo>
                <a:lnTo>
                  <a:pt x="427069" y="1730376"/>
                </a:lnTo>
                <a:lnTo>
                  <a:pt x="421481" y="1727994"/>
                </a:lnTo>
                <a:lnTo>
                  <a:pt x="416691" y="1726010"/>
                </a:lnTo>
                <a:lnTo>
                  <a:pt x="411902" y="1724026"/>
                </a:lnTo>
                <a:lnTo>
                  <a:pt x="402722" y="1718866"/>
                </a:lnTo>
                <a:lnTo>
                  <a:pt x="394341" y="1712913"/>
                </a:lnTo>
                <a:lnTo>
                  <a:pt x="385560" y="1706960"/>
                </a:lnTo>
                <a:lnTo>
                  <a:pt x="381968" y="1704579"/>
                </a:lnTo>
                <a:lnTo>
                  <a:pt x="379573" y="1703785"/>
                </a:lnTo>
                <a:lnTo>
                  <a:pt x="377578" y="1703785"/>
                </a:lnTo>
                <a:lnTo>
                  <a:pt x="376780" y="1704182"/>
                </a:lnTo>
                <a:lnTo>
                  <a:pt x="376380" y="1705372"/>
                </a:lnTo>
                <a:lnTo>
                  <a:pt x="375582" y="1706563"/>
                </a:lnTo>
                <a:lnTo>
                  <a:pt x="375183" y="1707357"/>
                </a:lnTo>
                <a:lnTo>
                  <a:pt x="373986" y="1707754"/>
                </a:lnTo>
                <a:lnTo>
                  <a:pt x="364008" y="1707357"/>
                </a:lnTo>
                <a:lnTo>
                  <a:pt x="358420" y="1706563"/>
                </a:lnTo>
                <a:lnTo>
                  <a:pt x="356425" y="1706166"/>
                </a:lnTo>
                <a:lnTo>
                  <a:pt x="355227" y="1705769"/>
                </a:lnTo>
                <a:lnTo>
                  <a:pt x="353232" y="1697435"/>
                </a:lnTo>
                <a:lnTo>
                  <a:pt x="352433" y="1690688"/>
                </a:lnTo>
                <a:lnTo>
                  <a:pt x="351635" y="1685132"/>
                </a:lnTo>
                <a:lnTo>
                  <a:pt x="351236" y="1680766"/>
                </a:lnTo>
                <a:lnTo>
                  <a:pt x="351635" y="1677988"/>
                </a:lnTo>
                <a:lnTo>
                  <a:pt x="351635" y="1676004"/>
                </a:lnTo>
                <a:lnTo>
                  <a:pt x="352433" y="1674019"/>
                </a:lnTo>
                <a:lnTo>
                  <a:pt x="350837" y="1671638"/>
                </a:lnTo>
                <a:close/>
                <a:moveTo>
                  <a:pt x="168275" y="1670050"/>
                </a:moveTo>
                <a:lnTo>
                  <a:pt x="265566" y="1670050"/>
                </a:lnTo>
                <a:lnTo>
                  <a:pt x="269899" y="1672491"/>
                </a:lnTo>
                <a:lnTo>
                  <a:pt x="281322" y="1679406"/>
                </a:lnTo>
                <a:lnTo>
                  <a:pt x="288018" y="1683881"/>
                </a:lnTo>
                <a:lnTo>
                  <a:pt x="295502" y="1689170"/>
                </a:lnTo>
                <a:lnTo>
                  <a:pt x="302986" y="1694458"/>
                </a:lnTo>
                <a:lnTo>
                  <a:pt x="309682" y="1700560"/>
                </a:lnTo>
                <a:lnTo>
                  <a:pt x="315984" y="1706255"/>
                </a:lnTo>
                <a:lnTo>
                  <a:pt x="318742" y="1709510"/>
                </a:lnTo>
                <a:lnTo>
                  <a:pt x="321105" y="1711950"/>
                </a:lnTo>
                <a:lnTo>
                  <a:pt x="322681" y="1714798"/>
                </a:lnTo>
                <a:lnTo>
                  <a:pt x="323862" y="1717646"/>
                </a:lnTo>
                <a:lnTo>
                  <a:pt x="325044" y="1720086"/>
                </a:lnTo>
                <a:lnTo>
                  <a:pt x="325438" y="1722934"/>
                </a:lnTo>
                <a:lnTo>
                  <a:pt x="325044" y="1724968"/>
                </a:lnTo>
                <a:lnTo>
                  <a:pt x="323862" y="1727002"/>
                </a:lnTo>
                <a:lnTo>
                  <a:pt x="321893" y="1728629"/>
                </a:lnTo>
                <a:lnTo>
                  <a:pt x="319529" y="1730663"/>
                </a:lnTo>
                <a:lnTo>
                  <a:pt x="315984" y="1732290"/>
                </a:lnTo>
                <a:lnTo>
                  <a:pt x="312046" y="1733104"/>
                </a:lnTo>
                <a:lnTo>
                  <a:pt x="306531" y="1734324"/>
                </a:lnTo>
                <a:lnTo>
                  <a:pt x="300229" y="1734731"/>
                </a:lnTo>
                <a:lnTo>
                  <a:pt x="292351" y="1735138"/>
                </a:lnTo>
                <a:lnTo>
                  <a:pt x="285261" y="1735138"/>
                </a:lnTo>
                <a:lnTo>
                  <a:pt x="278171" y="1734731"/>
                </a:lnTo>
                <a:lnTo>
                  <a:pt x="271475" y="1733918"/>
                </a:lnTo>
                <a:lnTo>
                  <a:pt x="264778" y="1732697"/>
                </a:lnTo>
                <a:lnTo>
                  <a:pt x="258476" y="1731477"/>
                </a:lnTo>
                <a:lnTo>
                  <a:pt x="252568" y="1729850"/>
                </a:lnTo>
                <a:lnTo>
                  <a:pt x="247053" y="1727816"/>
                </a:lnTo>
                <a:lnTo>
                  <a:pt x="241145" y="1725782"/>
                </a:lnTo>
                <a:lnTo>
                  <a:pt x="236024" y="1723748"/>
                </a:lnTo>
                <a:lnTo>
                  <a:pt x="225783" y="1718052"/>
                </a:lnTo>
                <a:lnTo>
                  <a:pt x="215936" y="1712357"/>
                </a:lnTo>
                <a:lnTo>
                  <a:pt x="206876" y="1706255"/>
                </a:lnTo>
                <a:lnTo>
                  <a:pt x="202543" y="1703814"/>
                </a:lnTo>
                <a:lnTo>
                  <a:pt x="200180" y="1703001"/>
                </a:lnTo>
                <a:lnTo>
                  <a:pt x="198211" y="1703001"/>
                </a:lnTo>
                <a:lnTo>
                  <a:pt x="197423" y="1703408"/>
                </a:lnTo>
                <a:lnTo>
                  <a:pt x="196241" y="1704628"/>
                </a:lnTo>
                <a:lnTo>
                  <a:pt x="195847" y="1705848"/>
                </a:lnTo>
                <a:lnTo>
                  <a:pt x="195060" y="1706662"/>
                </a:lnTo>
                <a:lnTo>
                  <a:pt x="193878" y="1707069"/>
                </a:lnTo>
                <a:lnTo>
                  <a:pt x="182455" y="1706662"/>
                </a:lnTo>
                <a:lnTo>
                  <a:pt x="176941" y="1705848"/>
                </a:lnTo>
                <a:lnTo>
                  <a:pt x="174183" y="1705442"/>
                </a:lnTo>
                <a:lnTo>
                  <a:pt x="173002" y="1705035"/>
                </a:lnTo>
                <a:lnTo>
                  <a:pt x="171032" y="1696492"/>
                </a:lnTo>
                <a:lnTo>
                  <a:pt x="169457" y="1689576"/>
                </a:lnTo>
                <a:lnTo>
                  <a:pt x="169063" y="1683881"/>
                </a:lnTo>
                <a:lnTo>
                  <a:pt x="168669" y="1679406"/>
                </a:lnTo>
                <a:lnTo>
                  <a:pt x="169063" y="1676152"/>
                </a:lnTo>
                <a:lnTo>
                  <a:pt x="169063" y="1674118"/>
                </a:lnTo>
                <a:lnTo>
                  <a:pt x="169457" y="1672491"/>
                </a:lnTo>
                <a:lnTo>
                  <a:pt x="168275" y="1670050"/>
                </a:lnTo>
                <a:close/>
                <a:moveTo>
                  <a:pt x="1942197" y="1444625"/>
                </a:moveTo>
                <a:lnTo>
                  <a:pt x="2238486" y="1444625"/>
                </a:lnTo>
                <a:lnTo>
                  <a:pt x="2244427" y="1445021"/>
                </a:lnTo>
                <a:lnTo>
                  <a:pt x="2249973" y="1445812"/>
                </a:lnTo>
                <a:lnTo>
                  <a:pt x="2255518" y="1447000"/>
                </a:lnTo>
                <a:lnTo>
                  <a:pt x="2260272" y="1448978"/>
                </a:lnTo>
                <a:lnTo>
                  <a:pt x="2265421" y="1451748"/>
                </a:lnTo>
                <a:lnTo>
                  <a:pt x="2270174" y="1454123"/>
                </a:lnTo>
                <a:lnTo>
                  <a:pt x="2274532" y="1457289"/>
                </a:lnTo>
                <a:lnTo>
                  <a:pt x="2278493" y="1461246"/>
                </a:lnTo>
                <a:lnTo>
                  <a:pt x="2282454" y="1465204"/>
                </a:lnTo>
                <a:lnTo>
                  <a:pt x="2285623" y="1469557"/>
                </a:lnTo>
                <a:lnTo>
                  <a:pt x="2287999" y="1474306"/>
                </a:lnTo>
                <a:lnTo>
                  <a:pt x="2290772" y="1479451"/>
                </a:lnTo>
                <a:lnTo>
                  <a:pt x="2292356" y="1484200"/>
                </a:lnTo>
                <a:lnTo>
                  <a:pt x="2293941" y="1489740"/>
                </a:lnTo>
                <a:lnTo>
                  <a:pt x="2294733" y="1495280"/>
                </a:lnTo>
                <a:lnTo>
                  <a:pt x="2295525" y="1501217"/>
                </a:lnTo>
                <a:lnTo>
                  <a:pt x="2295525" y="1665451"/>
                </a:lnTo>
                <a:lnTo>
                  <a:pt x="2294733" y="1671387"/>
                </a:lnTo>
                <a:lnTo>
                  <a:pt x="2293941" y="1676927"/>
                </a:lnTo>
                <a:lnTo>
                  <a:pt x="2292356" y="1682468"/>
                </a:lnTo>
                <a:lnTo>
                  <a:pt x="2290772" y="1688008"/>
                </a:lnTo>
                <a:lnTo>
                  <a:pt x="2287999" y="1692361"/>
                </a:lnTo>
                <a:lnTo>
                  <a:pt x="2285623" y="1697110"/>
                </a:lnTo>
                <a:lnTo>
                  <a:pt x="2282454" y="1701859"/>
                </a:lnTo>
                <a:lnTo>
                  <a:pt x="2278493" y="1705421"/>
                </a:lnTo>
                <a:lnTo>
                  <a:pt x="2274532" y="1709378"/>
                </a:lnTo>
                <a:lnTo>
                  <a:pt x="2270174" y="1712544"/>
                </a:lnTo>
                <a:lnTo>
                  <a:pt x="2265421" y="1715315"/>
                </a:lnTo>
                <a:lnTo>
                  <a:pt x="2260272" y="1717689"/>
                </a:lnTo>
                <a:lnTo>
                  <a:pt x="2255518" y="1719668"/>
                </a:lnTo>
                <a:lnTo>
                  <a:pt x="2249973" y="1720855"/>
                </a:lnTo>
                <a:lnTo>
                  <a:pt x="2244427" y="1722042"/>
                </a:lnTo>
                <a:lnTo>
                  <a:pt x="2238486" y="1722438"/>
                </a:lnTo>
                <a:lnTo>
                  <a:pt x="1942197" y="1722438"/>
                </a:lnTo>
                <a:lnTo>
                  <a:pt x="1936652" y="1722042"/>
                </a:lnTo>
                <a:lnTo>
                  <a:pt x="1931106" y="1720855"/>
                </a:lnTo>
                <a:lnTo>
                  <a:pt x="1925561" y="1719668"/>
                </a:lnTo>
                <a:lnTo>
                  <a:pt x="1920412" y="1717689"/>
                </a:lnTo>
                <a:lnTo>
                  <a:pt x="1915262" y="1715315"/>
                </a:lnTo>
                <a:lnTo>
                  <a:pt x="1910905" y="1712544"/>
                </a:lnTo>
                <a:lnTo>
                  <a:pt x="1906548" y="1709378"/>
                </a:lnTo>
                <a:lnTo>
                  <a:pt x="1902191" y="1705421"/>
                </a:lnTo>
                <a:lnTo>
                  <a:pt x="1899022" y="1701859"/>
                </a:lnTo>
                <a:lnTo>
                  <a:pt x="1895457" y="1697110"/>
                </a:lnTo>
                <a:lnTo>
                  <a:pt x="1892684" y="1692361"/>
                </a:lnTo>
                <a:lnTo>
                  <a:pt x="1890307" y="1688008"/>
                </a:lnTo>
                <a:lnTo>
                  <a:pt x="1888327" y="1682468"/>
                </a:lnTo>
                <a:lnTo>
                  <a:pt x="1887139" y="1676927"/>
                </a:lnTo>
                <a:lnTo>
                  <a:pt x="1886346" y="1671387"/>
                </a:lnTo>
                <a:lnTo>
                  <a:pt x="1885950" y="1665451"/>
                </a:lnTo>
                <a:lnTo>
                  <a:pt x="1885950" y="1501217"/>
                </a:lnTo>
                <a:lnTo>
                  <a:pt x="1886346" y="1495280"/>
                </a:lnTo>
                <a:lnTo>
                  <a:pt x="1887139" y="1489740"/>
                </a:lnTo>
                <a:lnTo>
                  <a:pt x="1888327" y="1484200"/>
                </a:lnTo>
                <a:lnTo>
                  <a:pt x="1890307" y="1479451"/>
                </a:lnTo>
                <a:lnTo>
                  <a:pt x="1892684" y="1474306"/>
                </a:lnTo>
                <a:lnTo>
                  <a:pt x="1895457" y="1469557"/>
                </a:lnTo>
                <a:lnTo>
                  <a:pt x="1899022" y="1465204"/>
                </a:lnTo>
                <a:lnTo>
                  <a:pt x="1902191" y="1461246"/>
                </a:lnTo>
                <a:lnTo>
                  <a:pt x="1906548" y="1457289"/>
                </a:lnTo>
                <a:lnTo>
                  <a:pt x="1910905" y="1454123"/>
                </a:lnTo>
                <a:lnTo>
                  <a:pt x="1915262" y="1451748"/>
                </a:lnTo>
                <a:lnTo>
                  <a:pt x="1920412" y="1448978"/>
                </a:lnTo>
                <a:lnTo>
                  <a:pt x="1925561" y="1447000"/>
                </a:lnTo>
                <a:lnTo>
                  <a:pt x="1931106" y="1445812"/>
                </a:lnTo>
                <a:lnTo>
                  <a:pt x="1936652" y="1445021"/>
                </a:lnTo>
                <a:lnTo>
                  <a:pt x="1942197" y="1444625"/>
                </a:lnTo>
                <a:close/>
                <a:moveTo>
                  <a:pt x="1445637" y="1444625"/>
                </a:moveTo>
                <a:lnTo>
                  <a:pt x="1743650" y="1444625"/>
                </a:lnTo>
                <a:lnTo>
                  <a:pt x="1749627" y="1445021"/>
                </a:lnTo>
                <a:lnTo>
                  <a:pt x="1755204" y="1445812"/>
                </a:lnTo>
                <a:lnTo>
                  <a:pt x="1760384" y="1447000"/>
                </a:lnTo>
                <a:lnTo>
                  <a:pt x="1765563" y="1448978"/>
                </a:lnTo>
                <a:lnTo>
                  <a:pt x="1770743" y="1451748"/>
                </a:lnTo>
                <a:lnTo>
                  <a:pt x="1775524" y="1454123"/>
                </a:lnTo>
                <a:lnTo>
                  <a:pt x="1779508" y="1457289"/>
                </a:lnTo>
                <a:lnTo>
                  <a:pt x="1783890" y="1461246"/>
                </a:lnTo>
                <a:lnTo>
                  <a:pt x="1787476" y="1465204"/>
                </a:lnTo>
                <a:lnTo>
                  <a:pt x="1790663" y="1469557"/>
                </a:lnTo>
                <a:lnTo>
                  <a:pt x="1793452" y="1474306"/>
                </a:lnTo>
                <a:lnTo>
                  <a:pt x="1796241" y="1479451"/>
                </a:lnTo>
                <a:lnTo>
                  <a:pt x="1797835" y="1484200"/>
                </a:lnTo>
                <a:lnTo>
                  <a:pt x="1799428" y="1489740"/>
                </a:lnTo>
                <a:lnTo>
                  <a:pt x="1800225" y="1495280"/>
                </a:lnTo>
                <a:lnTo>
                  <a:pt x="1800225" y="1501217"/>
                </a:lnTo>
                <a:lnTo>
                  <a:pt x="1800225" y="1665451"/>
                </a:lnTo>
                <a:lnTo>
                  <a:pt x="1800225" y="1671387"/>
                </a:lnTo>
                <a:lnTo>
                  <a:pt x="1799428" y="1676927"/>
                </a:lnTo>
                <a:lnTo>
                  <a:pt x="1797835" y="1682468"/>
                </a:lnTo>
                <a:lnTo>
                  <a:pt x="1796241" y="1688008"/>
                </a:lnTo>
                <a:lnTo>
                  <a:pt x="1793452" y="1692361"/>
                </a:lnTo>
                <a:lnTo>
                  <a:pt x="1790663" y="1697110"/>
                </a:lnTo>
                <a:lnTo>
                  <a:pt x="1787476" y="1701859"/>
                </a:lnTo>
                <a:lnTo>
                  <a:pt x="1783890" y="1705421"/>
                </a:lnTo>
                <a:lnTo>
                  <a:pt x="1779508" y="1709378"/>
                </a:lnTo>
                <a:lnTo>
                  <a:pt x="1775524" y="1712544"/>
                </a:lnTo>
                <a:lnTo>
                  <a:pt x="1770743" y="1715315"/>
                </a:lnTo>
                <a:lnTo>
                  <a:pt x="1765563" y="1717689"/>
                </a:lnTo>
                <a:lnTo>
                  <a:pt x="1760384" y="1719668"/>
                </a:lnTo>
                <a:lnTo>
                  <a:pt x="1755204" y="1720855"/>
                </a:lnTo>
                <a:lnTo>
                  <a:pt x="1749627" y="1722042"/>
                </a:lnTo>
                <a:lnTo>
                  <a:pt x="1743650" y="1722438"/>
                </a:lnTo>
                <a:lnTo>
                  <a:pt x="1445637" y="1722438"/>
                </a:lnTo>
                <a:lnTo>
                  <a:pt x="1439661" y="1722042"/>
                </a:lnTo>
                <a:lnTo>
                  <a:pt x="1434083" y="1720855"/>
                </a:lnTo>
                <a:lnTo>
                  <a:pt x="1428904" y="1719668"/>
                </a:lnTo>
                <a:lnTo>
                  <a:pt x="1423724" y="1717689"/>
                </a:lnTo>
                <a:lnTo>
                  <a:pt x="1418545" y="1715315"/>
                </a:lnTo>
                <a:lnTo>
                  <a:pt x="1413764" y="1712544"/>
                </a:lnTo>
                <a:lnTo>
                  <a:pt x="1409780" y="1709378"/>
                </a:lnTo>
                <a:lnTo>
                  <a:pt x="1405397" y="1705421"/>
                </a:lnTo>
                <a:lnTo>
                  <a:pt x="1401811" y="1701859"/>
                </a:lnTo>
                <a:lnTo>
                  <a:pt x="1398624" y="1697110"/>
                </a:lnTo>
                <a:lnTo>
                  <a:pt x="1395835" y="1692361"/>
                </a:lnTo>
                <a:lnTo>
                  <a:pt x="1393046" y="1688008"/>
                </a:lnTo>
                <a:lnTo>
                  <a:pt x="1391453" y="1682468"/>
                </a:lnTo>
                <a:lnTo>
                  <a:pt x="1389859" y="1676927"/>
                </a:lnTo>
                <a:lnTo>
                  <a:pt x="1389062" y="1671387"/>
                </a:lnTo>
                <a:lnTo>
                  <a:pt x="1389062" y="1665451"/>
                </a:lnTo>
                <a:lnTo>
                  <a:pt x="1389062" y="1501217"/>
                </a:lnTo>
                <a:lnTo>
                  <a:pt x="1389062" y="1495280"/>
                </a:lnTo>
                <a:lnTo>
                  <a:pt x="1389859" y="1489740"/>
                </a:lnTo>
                <a:lnTo>
                  <a:pt x="1391453" y="1484200"/>
                </a:lnTo>
                <a:lnTo>
                  <a:pt x="1393046" y="1479451"/>
                </a:lnTo>
                <a:lnTo>
                  <a:pt x="1395835" y="1474306"/>
                </a:lnTo>
                <a:lnTo>
                  <a:pt x="1398624" y="1469557"/>
                </a:lnTo>
                <a:lnTo>
                  <a:pt x="1401811" y="1465204"/>
                </a:lnTo>
                <a:lnTo>
                  <a:pt x="1405397" y="1461246"/>
                </a:lnTo>
                <a:lnTo>
                  <a:pt x="1409780" y="1457289"/>
                </a:lnTo>
                <a:lnTo>
                  <a:pt x="1413764" y="1454123"/>
                </a:lnTo>
                <a:lnTo>
                  <a:pt x="1418545" y="1451748"/>
                </a:lnTo>
                <a:lnTo>
                  <a:pt x="1423724" y="1448978"/>
                </a:lnTo>
                <a:lnTo>
                  <a:pt x="1428904" y="1447000"/>
                </a:lnTo>
                <a:lnTo>
                  <a:pt x="1434083" y="1445812"/>
                </a:lnTo>
                <a:lnTo>
                  <a:pt x="1439661" y="1445021"/>
                </a:lnTo>
                <a:lnTo>
                  <a:pt x="1445637" y="1444625"/>
                </a:lnTo>
                <a:close/>
                <a:moveTo>
                  <a:pt x="971098" y="1444625"/>
                </a:moveTo>
                <a:lnTo>
                  <a:pt x="1267674" y="1444625"/>
                </a:lnTo>
                <a:lnTo>
                  <a:pt x="1273224" y="1445021"/>
                </a:lnTo>
                <a:lnTo>
                  <a:pt x="1278775" y="1445812"/>
                </a:lnTo>
                <a:lnTo>
                  <a:pt x="1284326" y="1447000"/>
                </a:lnTo>
                <a:lnTo>
                  <a:pt x="1289481" y="1448978"/>
                </a:lnTo>
                <a:lnTo>
                  <a:pt x="1294635" y="1451748"/>
                </a:lnTo>
                <a:lnTo>
                  <a:pt x="1298996" y="1454123"/>
                </a:lnTo>
                <a:lnTo>
                  <a:pt x="1303358" y="1457289"/>
                </a:lnTo>
                <a:lnTo>
                  <a:pt x="1307719" y="1461246"/>
                </a:lnTo>
                <a:lnTo>
                  <a:pt x="1311288" y="1465204"/>
                </a:lnTo>
                <a:lnTo>
                  <a:pt x="1314459" y="1469557"/>
                </a:lnTo>
                <a:lnTo>
                  <a:pt x="1317235" y="1474306"/>
                </a:lnTo>
                <a:lnTo>
                  <a:pt x="1319614" y="1479451"/>
                </a:lnTo>
                <a:lnTo>
                  <a:pt x="1321596" y="1484200"/>
                </a:lnTo>
                <a:lnTo>
                  <a:pt x="1323182" y="1489740"/>
                </a:lnTo>
                <a:lnTo>
                  <a:pt x="1323975" y="1495280"/>
                </a:lnTo>
                <a:lnTo>
                  <a:pt x="1323975" y="1501217"/>
                </a:lnTo>
                <a:lnTo>
                  <a:pt x="1323975" y="1665451"/>
                </a:lnTo>
                <a:lnTo>
                  <a:pt x="1323975" y="1671387"/>
                </a:lnTo>
                <a:lnTo>
                  <a:pt x="1323182" y="1676927"/>
                </a:lnTo>
                <a:lnTo>
                  <a:pt x="1321596" y="1682468"/>
                </a:lnTo>
                <a:lnTo>
                  <a:pt x="1319614" y="1688008"/>
                </a:lnTo>
                <a:lnTo>
                  <a:pt x="1317235" y="1692361"/>
                </a:lnTo>
                <a:lnTo>
                  <a:pt x="1314459" y="1697110"/>
                </a:lnTo>
                <a:lnTo>
                  <a:pt x="1311288" y="1701859"/>
                </a:lnTo>
                <a:lnTo>
                  <a:pt x="1307719" y="1705421"/>
                </a:lnTo>
                <a:lnTo>
                  <a:pt x="1303358" y="1709378"/>
                </a:lnTo>
                <a:lnTo>
                  <a:pt x="1298996" y="1712544"/>
                </a:lnTo>
                <a:lnTo>
                  <a:pt x="1294635" y="1715315"/>
                </a:lnTo>
                <a:lnTo>
                  <a:pt x="1289481" y="1717689"/>
                </a:lnTo>
                <a:lnTo>
                  <a:pt x="1284326" y="1719668"/>
                </a:lnTo>
                <a:lnTo>
                  <a:pt x="1278775" y="1720855"/>
                </a:lnTo>
                <a:lnTo>
                  <a:pt x="1273224" y="1722042"/>
                </a:lnTo>
                <a:lnTo>
                  <a:pt x="1267674" y="1722438"/>
                </a:lnTo>
                <a:lnTo>
                  <a:pt x="971098" y="1722438"/>
                </a:lnTo>
                <a:lnTo>
                  <a:pt x="965151" y="1722042"/>
                </a:lnTo>
                <a:lnTo>
                  <a:pt x="959600" y="1720855"/>
                </a:lnTo>
                <a:lnTo>
                  <a:pt x="954049" y="1719668"/>
                </a:lnTo>
                <a:lnTo>
                  <a:pt x="949291" y="1717689"/>
                </a:lnTo>
                <a:lnTo>
                  <a:pt x="944137" y="1715315"/>
                </a:lnTo>
                <a:lnTo>
                  <a:pt x="939379" y="1712544"/>
                </a:lnTo>
                <a:lnTo>
                  <a:pt x="935414" y="1709378"/>
                </a:lnTo>
                <a:lnTo>
                  <a:pt x="931053" y="1705421"/>
                </a:lnTo>
                <a:lnTo>
                  <a:pt x="927088" y="1701859"/>
                </a:lnTo>
                <a:lnTo>
                  <a:pt x="924312" y="1697110"/>
                </a:lnTo>
                <a:lnTo>
                  <a:pt x="921140" y="1692361"/>
                </a:lnTo>
                <a:lnTo>
                  <a:pt x="918762" y="1688008"/>
                </a:lnTo>
                <a:lnTo>
                  <a:pt x="917176" y="1682468"/>
                </a:lnTo>
                <a:lnTo>
                  <a:pt x="915590" y="1676927"/>
                </a:lnTo>
                <a:lnTo>
                  <a:pt x="914400" y="1671387"/>
                </a:lnTo>
                <a:lnTo>
                  <a:pt x="914400" y="1665451"/>
                </a:lnTo>
                <a:lnTo>
                  <a:pt x="914400" y="1501217"/>
                </a:lnTo>
                <a:lnTo>
                  <a:pt x="914400" y="1495280"/>
                </a:lnTo>
                <a:lnTo>
                  <a:pt x="915590" y="1489740"/>
                </a:lnTo>
                <a:lnTo>
                  <a:pt x="917176" y="1484200"/>
                </a:lnTo>
                <a:lnTo>
                  <a:pt x="918762" y="1479451"/>
                </a:lnTo>
                <a:lnTo>
                  <a:pt x="921140" y="1474306"/>
                </a:lnTo>
                <a:lnTo>
                  <a:pt x="924312" y="1469557"/>
                </a:lnTo>
                <a:lnTo>
                  <a:pt x="927088" y="1465204"/>
                </a:lnTo>
                <a:lnTo>
                  <a:pt x="931053" y="1461246"/>
                </a:lnTo>
                <a:lnTo>
                  <a:pt x="935414" y="1457289"/>
                </a:lnTo>
                <a:lnTo>
                  <a:pt x="939379" y="1454123"/>
                </a:lnTo>
                <a:lnTo>
                  <a:pt x="944137" y="1451748"/>
                </a:lnTo>
                <a:lnTo>
                  <a:pt x="949291" y="1448978"/>
                </a:lnTo>
                <a:lnTo>
                  <a:pt x="954049" y="1447000"/>
                </a:lnTo>
                <a:lnTo>
                  <a:pt x="959600" y="1445812"/>
                </a:lnTo>
                <a:lnTo>
                  <a:pt x="965151" y="1445021"/>
                </a:lnTo>
                <a:lnTo>
                  <a:pt x="971098" y="1444625"/>
                </a:lnTo>
                <a:close/>
                <a:moveTo>
                  <a:pt x="1787045" y="1350963"/>
                </a:moveTo>
                <a:lnTo>
                  <a:pt x="1913358" y="1350963"/>
                </a:lnTo>
                <a:lnTo>
                  <a:pt x="1913358" y="1366815"/>
                </a:lnTo>
                <a:lnTo>
                  <a:pt x="1914148" y="1381479"/>
                </a:lnTo>
                <a:lnTo>
                  <a:pt x="1915332" y="1395746"/>
                </a:lnTo>
                <a:lnTo>
                  <a:pt x="1917700" y="1409617"/>
                </a:lnTo>
                <a:lnTo>
                  <a:pt x="1910200" y="1412391"/>
                </a:lnTo>
                <a:lnTo>
                  <a:pt x="1903095" y="1414769"/>
                </a:lnTo>
                <a:lnTo>
                  <a:pt x="1896385" y="1418732"/>
                </a:lnTo>
                <a:lnTo>
                  <a:pt x="1890069" y="1422299"/>
                </a:lnTo>
                <a:lnTo>
                  <a:pt x="1883753" y="1427055"/>
                </a:lnTo>
                <a:lnTo>
                  <a:pt x="1877833" y="1431810"/>
                </a:lnTo>
                <a:lnTo>
                  <a:pt x="1872306" y="1437359"/>
                </a:lnTo>
                <a:lnTo>
                  <a:pt x="1867570" y="1442907"/>
                </a:lnTo>
                <a:lnTo>
                  <a:pt x="1863228" y="1448852"/>
                </a:lnTo>
                <a:lnTo>
                  <a:pt x="1859280" y="1455589"/>
                </a:lnTo>
                <a:lnTo>
                  <a:pt x="1856122" y="1462326"/>
                </a:lnTo>
                <a:lnTo>
                  <a:pt x="1852965" y="1469460"/>
                </a:lnTo>
                <a:lnTo>
                  <a:pt x="1850596" y="1476990"/>
                </a:lnTo>
                <a:lnTo>
                  <a:pt x="1849017" y="1484916"/>
                </a:lnTo>
                <a:lnTo>
                  <a:pt x="1847833" y="1492842"/>
                </a:lnTo>
                <a:lnTo>
                  <a:pt x="1847438" y="1500768"/>
                </a:lnTo>
                <a:lnTo>
                  <a:pt x="1847438" y="1628776"/>
                </a:lnTo>
                <a:lnTo>
                  <a:pt x="1837570" y="1628776"/>
                </a:lnTo>
                <a:lnTo>
                  <a:pt x="1837570" y="1500768"/>
                </a:lnTo>
                <a:lnTo>
                  <a:pt x="1837175" y="1492842"/>
                </a:lnTo>
                <a:lnTo>
                  <a:pt x="1836386" y="1485312"/>
                </a:lnTo>
                <a:lnTo>
                  <a:pt x="1834412" y="1478178"/>
                </a:lnTo>
                <a:lnTo>
                  <a:pt x="1832439" y="1470252"/>
                </a:lnTo>
                <a:lnTo>
                  <a:pt x="1830070" y="1463515"/>
                </a:lnTo>
                <a:lnTo>
                  <a:pt x="1826518" y="1456778"/>
                </a:lnTo>
                <a:lnTo>
                  <a:pt x="1822965" y="1450833"/>
                </a:lnTo>
                <a:lnTo>
                  <a:pt x="1818623" y="1444888"/>
                </a:lnTo>
                <a:lnTo>
                  <a:pt x="1813886" y="1438944"/>
                </a:lnTo>
                <a:lnTo>
                  <a:pt x="1809150" y="1433792"/>
                </a:lnTo>
                <a:lnTo>
                  <a:pt x="1803623" y="1428640"/>
                </a:lnTo>
                <a:lnTo>
                  <a:pt x="1798097" y="1424280"/>
                </a:lnTo>
                <a:lnTo>
                  <a:pt x="1791781" y="1420317"/>
                </a:lnTo>
                <a:lnTo>
                  <a:pt x="1785466" y="1416354"/>
                </a:lnTo>
                <a:lnTo>
                  <a:pt x="1778755" y="1413580"/>
                </a:lnTo>
                <a:lnTo>
                  <a:pt x="1771650" y="1411202"/>
                </a:lnTo>
                <a:lnTo>
                  <a:pt x="1774808" y="1406446"/>
                </a:lnTo>
                <a:lnTo>
                  <a:pt x="1777571" y="1401294"/>
                </a:lnTo>
                <a:lnTo>
                  <a:pt x="1779940" y="1394953"/>
                </a:lnTo>
                <a:lnTo>
                  <a:pt x="1782308" y="1388216"/>
                </a:lnTo>
                <a:lnTo>
                  <a:pt x="1784282" y="1380290"/>
                </a:lnTo>
                <a:lnTo>
                  <a:pt x="1785466" y="1371571"/>
                </a:lnTo>
                <a:lnTo>
                  <a:pt x="1786650" y="1361663"/>
                </a:lnTo>
                <a:lnTo>
                  <a:pt x="1787045" y="1350963"/>
                </a:lnTo>
                <a:close/>
                <a:moveTo>
                  <a:pt x="1316831" y="1350963"/>
                </a:moveTo>
                <a:lnTo>
                  <a:pt x="1412875" y="1350963"/>
                </a:lnTo>
                <a:lnTo>
                  <a:pt x="1413272" y="1360950"/>
                </a:lnTo>
                <a:lnTo>
                  <a:pt x="1414066" y="1370138"/>
                </a:lnTo>
                <a:lnTo>
                  <a:pt x="1415653" y="1378527"/>
                </a:lnTo>
                <a:lnTo>
                  <a:pt x="1416844" y="1386116"/>
                </a:lnTo>
                <a:lnTo>
                  <a:pt x="1418828" y="1392907"/>
                </a:lnTo>
                <a:lnTo>
                  <a:pt x="1420813" y="1398900"/>
                </a:lnTo>
                <a:lnTo>
                  <a:pt x="1423194" y="1404492"/>
                </a:lnTo>
                <a:lnTo>
                  <a:pt x="1425575" y="1408886"/>
                </a:lnTo>
                <a:lnTo>
                  <a:pt x="1419622" y="1410884"/>
                </a:lnTo>
                <a:lnTo>
                  <a:pt x="1413272" y="1412881"/>
                </a:lnTo>
                <a:lnTo>
                  <a:pt x="1407716" y="1414878"/>
                </a:lnTo>
                <a:lnTo>
                  <a:pt x="1402556" y="1418074"/>
                </a:lnTo>
                <a:lnTo>
                  <a:pt x="1397000" y="1420870"/>
                </a:lnTo>
                <a:lnTo>
                  <a:pt x="1391841" y="1424466"/>
                </a:lnTo>
                <a:lnTo>
                  <a:pt x="1386681" y="1427661"/>
                </a:lnTo>
                <a:lnTo>
                  <a:pt x="1382316" y="1432056"/>
                </a:lnTo>
                <a:lnTo>
                  <a:pt x="1377950" y="1436050"/>
                </a:lnTo>
                <a:lnTo>
                  <a:pt x="1374378" y="1440844"/>
                </a:lnTo>
                <a:lnTo>
                  <a:pt x="1370410" y="1445638"/>
                </a:lnTo>
                <a:lnTo>
                  <a:pt x="1366441" y="1450431"/>
                </a:lnTo>
                <a:lnTo>
                  <a:pt x="1363663" y="1456024"/>
                </a:lnTo>
                <a:lnTo>
                  <a:pt x="1360885" y="1461616"/>
                </a:lnTo>
                <a:lnTo>
                  <a:pt x="1358106" y="1467209"/>
                </a:lnTo>
                <a:lnTo>
                  <a:pt x="1356519" y="1473201"/>
                </a:lnTo>
                <a:lnTo>
                  <a:pt x="1352947" y="1464413"/>
                </a:lnTo>
                <a:lnTo>
                  <a:pt x="1348978" y="1456423"/>
                </a:lnTo>
                <a:lnTo>
                  <a:pt x="1344216" y="1448833"/>
                </a:lnTo>
                <a:lnTo>
                  <a:pt x="1339056" y="1441643"/>
                </a:lnTo>
                <a:lnTo>
                  <a:pt x="1332706" y="1434852"/>
                </a:lnTo>
                <a:lnTo>
                  <a:pt x="1325960" y="1428860"/>
                </a:lnTo>
                <a:lnTo>
                  <a:pt x="1318816" y="1423267"/>
                </a:lnTo>
                <a:lnTo>
                  <a:pt x="1311275" y="1418873"/>
                </a:lnTo>
                <a:lnTo>
                  <a:pt x="1314053" y="1401696"/>
                </a:lnTo>
                <a:lnTo>
                  <a:pt x="1316038" y="1384918"/>
                </a:lnTo>
                <a:lnTo>
                  <a:pt x="1316435" y="1376130"/>
                </a:lnTo>
                <a:lnTo>
                  <a:pt x="1316831" y="1367741"/>
                </a:lnTo>
                <a:lnTo>
                  <a:pt x="1317228" y="1359352"/>
                </a:lnTo>
                <a:lnTo>
                  <a:pt x="1316831" y="1350963"/>
                </a:lnTo>
                <a:close/>
                <a:moveTo>
                  <a:pt x="692943" y="1350963"/>
                </a:moveTo>
                <a:lnTo>
                  <a:pt x="941785" y="1350963"/>
                </a:lnTo>
                <a:lnTo>
                  <a:pt x="941785" y="1366815"/>
                </a:lnTo>
                <a:lnTo>
                  <a:pt x="942578" y="1381479"/>
                </a:lnTo>
                <a:lnTo>
                  <a:pt x="944166" y="1395746"/>
                </a:lnTo>
                <a:lnTo>
                  <a:pt x="946150" y="1409617"/>
                </a:lnTo>
                <a:lnTo>
                  <a:pt x="938610" y="1412391"/>
                </a:lnTo>
                <a:lnTo>
                  <a:pt x="931466" y="1414769"/>
                </a:lnTo>
                <a:lnTo>
                  <a:pt x="924719" y="1418732"/>
                </a:lnTo>
                <a:lnTo>
                  <a:pt x="917972" y="1422299"/>
                </a:lnTo>
                <a:lnTo>
                  <a:pt x="912019" y="1427055"/>
                </a:lnTo>
                <a:lnTo>
                  <a:pt x="906066" y="1431810"/>
                </a:lnTo>
                <a:lnTo>
                  <a:pt x="900906" y="1437359"/>
                </a:lnTo>
                <a:lnTo>
                  <a:pt x="896144" y="1442907"/>
                </a:lnTo>
                <a:lnTo>
                  <a:pt x="891381" y="1448852"/>
                </a:lnTo>
                <a:lnTo>
                  <a:pt x="887809" y="1455589"/>
                </a:lnTo>
                <a:lnTo>
                  <a:pt x="883841" y="1462326"/>
                </a:lnTo>
                <a:lnTo>
                  <a:pt x="881459" y="1469460"/>
                </a:lnTo>
                <a:lnTo>
                  <a:pt x="878681" y="1476990"/>
                </a:lnTo>
                <a:lnTo>
                  <a:pt x="877094" y="1484916"/>
                </a:lnTo>
                <a:lnTo>
                  <a:pt x="876300" y="1492842"/>
                </a:lnTo>
                <a:lnTo>
                  <a:pt x="875903" y="1500768"/>
                </a:lnTo>
                <a:lnTo>
                  <a:pt x="875903" y="1628776"/>
                </a:lnTo>
                <a:lnTo>
                  <a:pt x="692943" y="1628776"/>
                </a:lnTo>
                <a:lnTo>
                  <a:pt x="686990" y="1628776"/>
                </a:lnTo>
                <a:lnTo>
                  <a:pt x="681434" y="1627983"/>
                </a:lnTo>
                <a:lnTo>
                  <a:pt x="675878" y="1626002"/>
                </a:lnTo>
                <a:lnTo>
                  <a:pt x="671115" y="1624417"/>
                </a:lnTo>
                <a:lnTo>
                  <a:pt x="665956" y="1622039"/>
                </a:lnTo>
                <a:lnTo>
                  <a:pt x="661193" y="1618868"/>
                </a:lnTo>
                <a:lnTo>
                  <a:pt x="657224" y="1616094"/>
                </a:lnTo>
                <a:lnTo>
                  <a:pt x="652859" y="1612131"/>
                </a:lnTo>
                <a:lnTo>
                  <a:pt x="648890" y="1608168"/>
                </a:lnTo>
                <a:lnTo>
                  <a:pt x="646112" y="1603809"/>
                </a:lnTo>
                <a:lnTo>
                  <a:pt x="643334" y="1599053"/>
                </a:lnTo>
                <a:lnTo>
                  <a:pt x="640556" y="1594297"/>
                </a:lnTo>
                <a:lnTo>
                  <a:pt x="638968" y="1589145"/>
                </a:lnTo>
                <a:lnTo>
                  <a:pt x="637381" y="1583597"/>
                </a:lnTo>
                <a:lnTo>
                  <a:pt x="636587" y="1578048"/>
                </a:lnTo>
                <a:lnTo>
                  <a:pt x="636587" y="1572104"/>
                </a:lnTo>
                <a:lnTo>
                  <a:pt x="636587" y="1407635"/>
                </a:lnTo>
                <a:lnTo>
                  <a:pt x="636587" y="1401691"/>
                </a:lnTo>
                <a:lnTo>
                  <a:pt x="637381" y="1396142"/>
                </a:lnTo>
                <a:lnTo>
                  <a:pt x="638968" y="1390990"/>
                </a:lnTo>
                <a:lnTo>
                  <a:pt x="640556" y="1385442"/>
                </a:lnTo>
                <a:lnTo>
                  <a:pt x="643334" y="1380686"/>
                </a:lnTo>
                <a:lnTo>
                  <a:pt x="646112" y="1375534"/>
                </a:lnTo>
                <a:lnTo>
                  <a:pt x="648890" y="1371571"/>
                </a:lnTo>
                <a:lnTo>
                  <a:pt x="652859" y="1367608"/>
                </a:lnTo>
                <a:lnTo>
                  <a:pt x="657224" y="1364041"/>
                </a:lnTo>
                <a:lnTo>
                  <a:pt x="661193" y="1360474"/>
                </a:lnTo>
                <a:lnTo>
                  <a:pt x="665956" y="1357700"/>
                </a:lnTo>
                <a:lnTo>
                  <a:pt x="671115" y="1355322"/>
                </a:lnTo>
                <a:lnTo>
                  <a:pt x="675878" y="1353341"/>
                </a:lnTo>
                <a:lnTo>
                  <a:pt x="681434" y="1352152"/>
                </a:lnTo>
                <a:lnTo>
                  <a:pt x="686990" y="1351359"/>
                </a:lnTo>
                <a:lnTo>
                  <a:pt x="692943" y="1350963"/>
                </a:lnTo>
                <a:close/>
                <a:moveTo>
                  <a:pt x="2082006" y="1166813"/>
                </a:moveTo>
                <a:lnTo>
                  <a:pt x="2083990" y="1169978"/>
                </a:lnTo>
                <a:lnTo>
                  <a:pt x="2086768" y="1172747"/>
                </a:lnTo>
                <a:lnTo>
                  <a:pt x="2089547" y="1175120"/>
                </a:lnTo>
                <a:lnTo>
                  <a:pt x="2093515" y="1176702"/>
                </a:lnTo>
                <a:lnTo>
                  <a:pt x="2096293" y="1177494"/>
                </a:lnTo>
                <a:lnTo>
                  <a:pt x="2100262" y="1177494"/>
                </a:lnTo>
                <a:lnTo>
                  <a:pt x="2107803" y="1177098"/>
                </a:lnTo>
                <a:lnTo>
                  <a:pt x="2116137" y="1176702"/>
                </a:lnTo>
                <a:lnTo>
                  <a:pt x="2125662" y="1177098"/>
                </a:lnTo>
                <a:lnTo>
                  <a:pt x="2135584" y="1177889"/>
                </a:lnTo>
                <a:lnTo>
                  <a:pt x="2144315" y="1179076"/>
                </a:lnTo>
                <a:lnTo>
                  <a:pt x="2152650" y="1180658"/>
                </a:lnTo>
                <a:lnTo>
                  <a:pt x="2161381" y="1183427"/>
                </a:lnTo>
                <a:lnTo>
                  <a:pt x="2169318" y="1186196"/>
                </a:lnTo>
                <a:lnTo>
                  <a:pt x="2176462" y="1189756"/>
                </a:lnTo>
                <a:lnTo>
                  <a:pt x="2183606" y="1193317"/>
                </a:lnTo>
                <a:lnTo>
                  <a:pt x="2190353" y="1197668"/>
                </a:lnTo>
                <a:lnTo>
                  <a:pt x="2196703" y="1202810"/>
                </a:lnTo>
                <a:lnTo>
                  <a:pt x="2202656" y="1208348"/>
                </a:lnTo>
                <a:lnTo>
                  <a:pt x="2207815" y="1213886"/>
                </a:lnTo>
                <a:lnTo>
                  <a:pt x="2212975" y="1220611"/>
                </a:lnTo>
                <a:lnTo>
                  <a:pt x="2217737" y="1227731"/>
                </a:lnTo>
                <a:lnTo>
                  <a:pt x="2222500" y="1234852"/>
                </a:lnTo>
                <a:lnTo>
                  <a:pt x="2226072" y="1243554"/>
                </a:lnTo>
                <a:lnTo>
                  <a:pt x="2231628" y="1256213"/>
                </a:lnTo>
                <a:lnTo>
                  <a:pt x="2236787" y="1268476"/>
                </a:lnTo>
                <a:lnTo>
                  <a:pt x="2240756" y="1280343"/>
                </a:lnTo>
                <a:lnTo>
                  <a:pt x="2244725" y="1291814"/>
                </a:lnTo>
                <a:lnTo>
                  <a:pt x="2247503" y="1302890"/>
                </a:lnTo>
                <a:lnTo>
                  <a:pt x="2250281" y="1313175"/>
                </a:lnTo>
                <a:lnTo>
                  <a:pt x="2252265" y="1323460"/>
                </a:lnTo>
                <a:lnTo>
                  <a:pt x="2253853" y="1333350"/>
                </a:lnTo>
                <a:lnTo>
                  <a:pt x="2254647" y="1342843"/>
                </a:lnTo>
                <a:lnTo>
                  <a:pt x="2255043" y="1352337"/>
                </a:lnTo>
                <a:lnTo>
                  <a:pt x="2255837" y="1361831"/>
                </a:lnTo>
                <a:lnTo>
                  <a:pt x="2255043" y="1371325"/>
                </a:lnTo>
                <a:lnTo>
                  <a:pt x="2254647" y="1380027"/>
                </a:lnTo>
                <a:lnTo>
                  <a:pt x="2253853" y="1389126"/>
                </a:lnTo>
                <a:lnTo>
                  <a:pt x="2252662" y="1398619"/>
                </a:lnTo>
                <a:lnTo>
                  <a:pt x="2251075" y="1408113"/>
                </a:lnTo>
                <a:lnTo>
                  <a:pt x="2245122" y="1407322"/>
                </a:lnTo>
                <a:lnTo>
                  <a:pt x="2239168" y="1406926"/>
                </a:lnTo>
                <a:lnTo>
                  <a:pt x="2220118" y="1406926"/>
                </a:lnTo>
                <a:lnTo>
                  <a:pt x="2219722" y="1396246"/>
                </a:lnTo>
                <a:lnTo>
                  <a:pt x="2219325" y="1385961"/>
                </a:lnTo>
                <a:lnTo>
                  <a:pt x="2218928" y="1382401"/>
                </a:lnTo>
                <a:lnTo>
                  <a:pt x="2218134" y="1379632"/>
                </a:lnTo>
                <a:lnTo>
                  <a:pt x="2216547" y="1377258"/>
                </a:lnTo>
                <a:lnTo>
                  <a:pt x="2214165" y="1374489"/>
                </a:lnTo>
                <a:lnTo>
                  <a:pt x="2212181" y="1372907"/>
                </a:lnTo>
                <a:lnTo>
                  <a:pt x="2209403" y="1371325"/>
                </a:lnTo>
                <a:lnTo>
                  <a:pt x="2206228" y="1370534"/>
                </a:lnTo>
                <a:lnTo>
                  <a:pt x="2203053" y="1369742"/>
                </a:lnTo>
                <a:lnTo>
                  <a:pt x="2199878" y="1369742"/>
                </a:lnTo>
                <a:lnTo>
                  <a:pt x="2196703" y="1370929"/>
                </a:lnTo>
                <a:lnTo>
                  <a:pt x="2193925" y="1372116"/>
                </a:lnTo>
                <a:lnTo>
                  <a:pt x="2191543" y="1373698"/>
                </a:lnTo>
                <a:lnTo>
                  <a:pt x="2189559" y="1376072"/>
                </a:lnTo>
                <a:lnTo>
                  <a:pt x="2187178" y="1378841"/>
                </a:lnTo>
                <a:lnTo>
                  <a:pt x="2185987" y="1381214"/>
                </a:lnTo>
                <a:lnTo>
                  <a:pt x="2185590" y="1384774"/>
                </a:lnTo>
                <a:lnTo>
                  <a:pt x="2184003" y="1395455"/>
                </a:lnTo>
                <a:lnTo>
                  <a:pt x="2182018" y="1406926"/>
                </a:lnTo>
                <a:lnTo>
                  <a:pt x="2013743" y="1406926"/>
                </a:lnTo>
                <a:lnTo>
                  <a:pt x="2010965" y="1399015"/>
                </a:lnTo>
                <a:lnTo>
                  <a:pt x="2009775" y="1395850"/>
                </a:lnTo>
                <a:lnTo>
                  <a:pt x="2008584" y="1393477"/>
                </a:lnTo>
                <a:lnTo>
                  <a:pt x="2006600" y="1391499"/>
                </a:lnTo>
                <a:lnTo>
                  <a:pt x="2003822" y="1389126"/>
                </a:lnTo>
                <a:lnTo>
                  <a:pt x="2001440" y="1387939"/>
                </a:lnTo>
                <a:lnTo>
                  <a:pt x="1998662" y="1387148"/>
                </a:lnTo>
                <a:lnTo>
                  <a:pt x="1995090" y="1386752"/>
                </a:lnTo>
                <a:lnTo>
                  <a:pt x="1992312" y="1386752"/>
                </a:lnTo>
                <a:lnTo>
                  <a:pt x="1988740" y="1387543"/>
                </a:lnTo>
                <a:lnTo>
                  <a:pt x="1986359" y="1388730"/>
                </a:lnTo>
                <a:lnTo>
                  <a:pt x="1983581" y="1390708"/>
                </a:lnTo>
                <a:lnTo>
                  <a:pt x="1981597" y="1393081"/>
                </a:lnTo>
                <a:lnTo>
                  <a:pt x="1980009" y="1395455"/>
                </a:lnTo>
                <a:lnTo>
                  <a:pt x="1978818" y="1398224"/>
                </a:lnTo>
                <a:lnTo>
                  <a:pt x="1978025" y="1400993"/>
                </a:lnTo>
                <a:lnTo>
                  <a:pt x="1978025" y="1404553"/>
                </a:lnTo>
                <a:lnTo>
                  <a:pt x="1978025" y="1406926"/>
                </a:lnTo>
                <a:lnTo>
                  <a:pt x="1952625" y="1406926"/>
                </a:lnTo>
                <a:lnTo>
                  <a:pt x="1949847" y="1390708"/>
                </a:lnTo>
                <a:lnTo>
                  <a:pt x="1949053" y="1382005"/>
                </a:lnTo>
                <a:lnTo>
                  <a:pt x="1948259" y="1373698"/>
                </a:lnTo>
                <a:lnTo>
                  <a:pt x="1947862" y="1364996"/>
                </a:lnTo>
                <a:lnTo>
                  <a:pt x="1947862" y="1355897"/>
                </a:lnTo>
                <a:lnTo>
                  <a:pt x="1948259" y="1346404"/>
                </a:lnTo>
                <a:lnTo>
                  <a:pt x="1949053" y="1337305"/>
                </a:lnTo>
                <a:lnTo>
                  <a:pt x="1950243" y="1327020"/>
                </a:lnTo>
                <a:lnTo>
                  <a:pt x="1952228" y="1316736"/>
                </a:lnTo>
                <a:lnTo>
                  <a:pt x="1954609" y="1305659"/>
                </a:lnTo>
                <a:lnTo>
                  <a:pt x="1958181" y="1294188"/>
                </a:lnTo>
                <a:lnTo>
                  <a:pt x="1961356" y="1282716"/>
                </a:lnTo>
                <a:lnTo>
                  <a:pt x="1966118" y="1270453"/>
                </a:lnTo>
                <a:lnTo>
                  <a:pt x="1971675" y="1257399"/>
                </a:lnTo>
                <a:lnTo>
                  <a:pt x="1977231" y="1243554"/>
                </a:lnTo>
                <a:lnTo>
                  <a:pt x="1980803" y="1237225"/>
                </a:lnTo>
                <a:lnTo>
                  <a:pt x="1984772" y="1230896"/>
                </a:lnTo>
                <a:lnTo>
                  <a:pt x="1988740" y="1224567"/>
                </a:lnTo>
                <a:lnTo>
                  <a:pt x="1993106" y="1218238"/>
                </a:lnTo>
                <a:lnTo>
                  <a:pt x="1994693" y="1215864"/>
                </a:lnTo>
                <a:lnTo>
                  <a:pt x="1996281" y="1213491"/>
                </a:lnTo>
                <a:lnTo>
                  <a:pt x="2001440" y="1208744"/>
                </a:lnTo>
                <a:lnTo>
                  <a:pt x="2006600" y="1203601"/>
                </a:lnTo>
                <a:lnTo>
                  <a:pt x="2011362" y="1198855"/>
                </a:lnTo>
                <a:lnTo>
                  <a:pt x="2016522" y="1194899"/>
                </a:lnTo>
                <a:lnTo>
                  <a:pt x="2022078" y="1190943"/>
                </a:lnTo>
                <a:lnTo>
                  <a:pt x="2027634" y="1186987"/>
                </a:lnTo>
                <a:lnTo>
                  <a:pt x="2033190" y="1184218"/>
                </a:lnTo>
                <a:lnTo>
                  <a:pt x="2038350" y="1181449"/>
                </a:lnTo>
                <a:lnTo>
                  <a:pt x="2043906" y="1178285"/>
                </a:lnTo>
                <a:lnTo>
                  <a:pt x="2049859" y="1176307"/>
                </a:lnTo>
                <a:lnTo>
                  <a:pt x="2060972" y="1171956"/>
                </a:lnTo>
                <a:lnTo>
                  <a:pt x="2071290" y="1169187"/>
                </a:lnTo>
                <a:lnTo>
                  <a:pt x="2082006" y="1166813"/>
                </a:lnTo>
                <a:close/>
                <a:moveTo>
                  <a:pt x="1110232" y="1166813"/>
                </a:moveTo>
                <a:lnTo>
                  <a:pt x="1112219" y="1169978"/>
                </a:lnTo>
                <a:lnTo>
                  <a:pt x="1115000" y="1172747"/>
                </a:lnTo>
                <a:lnTo>
                  <a:pt x="1118179" y="1175120"/>
                </a:lnTo>
                <a:lnTo>
                  <a:pt x="1121359" y="1176702"/>
                </a:lnTo>
                <a:lnTo>
                  <a:pt x="1124935" y="1177494"/>
                </a:lnTo>
                <a:lnTo>
                  <a:pt x="1128114" y="1177494"/>
                </a:lnTo>
                <a:lnTo>
                  <a:pt x="1136062" y="1177098"/>
                </a:lnTo>
                <a:lnTo>
                  <a:pt x="1144407" y="1176702"/>
                </a:lnTo>
                <a:lnTo>
                  <a:pt x="1154342" y="1177098"/>
                </a:lnTo>
                <a:lnTo>
                  <a:pt x="1163879" y="1177889"/>
                </a:lnTo>
                <a:lnTo>
                  <a:pt x="1173019" y="1179076"/>
                </a:lnTo>
                <a:lnTo>
                  <a:pt x="1181364" y="1180658"/>
                </a:lnTo>
                <a:lnTo>
                  <a:pt x="1189709" y="1183427"/>
                </a:lnTo>
                <a:lnTo>
                  <a:pt x="1197259" y="1186196"/>
                </a:lnTo>
                <a:lnTo>
                  <a:pt x="1204810" y="1189756"/>
                </a:lnTo>
                <a:lnTo>
                  <a:pt x="1211963" y="1193317"/>
                </a:lnTo>
                <a:lnTo>
                  <a:pt x="1218718" y="1197668"/>
                </a:lnTo>
                <a:lnTo>
                  <a:pt x="1225077" y="1202810"/>
                </a:lnTo>
                <a:lnTo>
                  <a:pt x="1231037" y="1208348"/>
                </a:lnTo>
                <a:lnTo>
                  <a:pt x="1236601" y="1213886"/>
                </a:lnTo>
                <a:lnTo>
                  <a:pt x="1241767" y="1220611"/>
                </a:lnTo>
                <a:lnTo>
                  <a:pt x="1246138" y="1227731"/>
                </a:lnTo>
                <a:lnTo>
                  <a:pt x="1250907" y="1234852"/>
                </a:lnTo>
                <a:lnTo>
                  <a:pt x="1254881" y="1243554"/>
                </a:lnTo>
                <a:lnTo>
                  <a:pt x="1260444" y="1256213"/>
                </a:lnTo>
                <a:lnTo>
                  <a:pt x="1265213" y="1268476"/>
                </a:lnTo>
                <a:lnTo>
                  <a:pt x="1269584" y="1280343"/>
                </a:lnTo>
                <a:lnTo>
                  <a:pt x="1273160" y="1291814"/>
                </a:lnTo>
                <a:lnTo>
                  <a:pt x="1276339" y="1302890"/>
                </a:lnTo>
                <a:lnTo>
                  <a:pt x="1278724" y="1313175"/>
                </a:lnTo>
                <a:lnTo>
                  <a:pt x="1281108" y="1323460"/>
                </a:lnTo>
                <a:lnTo>
                  <a:pt x="1282300" y="1333350"/>
                </a:lnTo>
                <a:lnTo>
                  <a:pt x="1283492" y="1342843"/>
                </a:lnTo>
                <a:lnTo>
                  <a:pt x="1283890" y="1352337"/>
                </a:lnTo>
                <a:lnTo>
                  <a:pt x="1284287" y="1361831"/>
                </a:lnTo>
                <a:lnTo>
                  <a:pt x="1283890" y="1371325"/>
                </a:lnTo>
                <a:lnTo>
                  <a:pt x="1283492" y="1380027"/>
                </a:lnTo>
                <a:lnTo>
                  <a:pt x="1282300" y="1389126"/>
                </a:lnTo>
                <a:lnTo>
                  <a:pt x="1281506" y="1398619"/>
                </a:lnTo>
                <a:lnTo>
                  <a:pt x="1279519" y="1408113"/>
                </a:lnTo>
                <a:lnTo>
                  <a:pt x="1273558" y="1407322"/>
                </a:lnTo>
                <a:lnTo>
                  <a:pt x="1267994" y="1406926"/>
                </a:lnTo>
                <a:lnTo>
                  <a:pt x="1248920" y="1406926"/>
                </a:lnTo>
                <a:lnTo>
                  <a:pt x="1248125" y="1385961"/>
                </a:lnTo>
                <a:lnTo>
                  <a:pt x="1247728" y="1382401"/>
                </a:lnTo>
                <a:lnTo>
                  <a:pt x="1246138" y="1379632"/>
                </a:lnTo>
                <a:lnTo>
                  <a:pt x="1244946" y="1377258"/>
                </a:lnTo>
                <a:lnTo>
                  <a:pt x="1242959" y="1374489"/>
                </a:lnTo>
                <a:lnTo>
                  <a:pt x="1240575" y="1372907"/>
                </a:lnTo>
                <a:lnTo>
                  <a:pt x="1237793" y="1371325"/>
                </a:lnTo>
                <a:lnTo>
                  <a:pt x="1235011" y="1370534"/>
                </a:lnTo>
                <a:lnTo>
                  <a:pt x="1231435" y="1369742"/>
                </a:lnTo>
                <a:lnTo>
                  <a:pt x="1228653" y="1369742"/>
                </a:lnTo>
                <a:lnTo>
                  <a:pt x="1225077" y="1370929"/>
                </a:lnTo>
                <a:lnTo>
                  <a:pt x="1222692" y="1372116"/>
                </a:lnTo>
                <a:lnTo>
                  <a:pt x="1220308" y="1373698"/>
                </a:lnTo>
                <a:lnTo>
                  <a:pt x="1217526" y="1376072"/>
                </a:lnTo>
                <a:lnTo>
                  <a:pt x="1215937" y="1378841"/>
                </a:lnTo>
                <a:lnTo>
                  <a:pt x="1214745" y="1381214"/>
                </a:lnTo>
                <a:lnTo>
                  <a:pt x="1214347" y="1384774"/>
                </a:lnTo>
                <a:lnTo>
                  <a:pt x="1211963" y="1395455"/>
                </a:lnTo>
                <a:lnTo>
                  <a:pt x="1209976" y="1406926"/>
                </a:lnTo>
                <a:lnTo>
                  <a:pt x="1041881" y="1406926"/>
                </a:lnTo>
                <a:lnTo>
                  <a:pt x="1039497" y="1399015"/>
                </a:lnTo>
                <a:lnTo>
                  <a:pt x="1038305" y="1395850"/>
                </a:lnTo>
                <a:lnTo>
                  <a:pt x="1036715" y="1393477"/>
                </a:lnTo>
                <a:lnTo>
                  <a:pt x="1034728" y="1391499"/>
                </a:lnTo>
                <a:lnTo>
                  <a:pt x="1032344" y="1389126"/>
                </a:lnTo>
                <a:lnTo>
                  <a:pt x="1029960" y="1387939"/>
                </a:lnTo>
                <a:lnTo>
                  <a:pt x="1026780" y="1387148"/>
                </a:lnTo>
                <a:lnTo>
                  <a:pt x="1023601" y="1386752"/>
                </a:lnTo>
                <a:lnTo>
                  <a:pt x="1020422" y="1386752"/>
                </a:lnTo>
                <a:lnTo>
                  <a:pt x="1017243" y="1387543"/>
                </a:lnTo>
                <a:lnTo>
                  <a:pt x="1014461" y="1388730"/>
                </a:lnTo>
                <a:lnTo>
                  <a:pt x="1012077" y="1390708"/>
                </a:lnTo>
                <a:lnTo>
                  <a:pt x="1010090" y="1393081"/>
                </a:lnTo>
                <a:lnTo>
                  <a:pt x="1008103" y="1395455"/>
                </a:lnTo>
                <a:lnTo>
                  <a:pt x="1006911" y="1398224"/>
                </a:lnTo>
                <a:lnTo>
                  <a:pt x="1006116" y="1400993"/>
                </a:lnTo>
                <a:lnTo>
                  <a:pt x="1006116" y="1404553"/>
                </a:lnTo>
                <a:lnTo>
                  <a:pt x="1006116" y="1406926"/>
                </a:lnTo>
                <a:lnTo>
                  <a:pt x="980684" y="1406926"/>
                </a:lnTo>
                <a:lnTo>
                  <a:pt x="978299" y="1390708"/>
                </a:lnTo>
                <a:lnTo>
                  <a:pt x="977107" y="1382005"/>
                </a:lnTo>
                <a:lnTo>
                  <a:pt x="976710" y="1373698"/>
                </a:lnTo>
                <a:lnTo>
                  <a:pt x="976312" y="1364996"/>
                </a:lnTo>
                <a:lnTo>
                  <a:pt x="976312" y="1355897"/>
                </a:lnTo>
                <a:lnTo>
                  <a:pt x="976710" y="1346404"/>
                </a:lnTo>
                <a:lnTo>
                  <a:pt x="977504" y="1337305"/>
                </a:lnTo>
                <a:lnTo>
                  <a:pt x="978697" y="1327020"/>
                </a:lnTo>
                <a:lnTo>
                  <a:pt x="980286" y="1316736"/>
                </a:lnTo>
                <a:lnTo>
                  <a:pt x="983068" y="1305659"/>
                </a:lnTo>
                <a:lnTo>
                  <a:pt x="985850" y="1294188"/>
                </a:lnTo>
                <a:lnTo>
                  <a:pt x="989823" y="1282716"/>
                </a:lnTo>
                <a:lnTo>
                  <a:pt x="994195" y="1270453"/>
                </a:lnTo>
                <a:lnTo>
                  <a:pt x="999758" y="1257399"/>
                </a:lnTo>
                <a:lnTo>
                  <a:pt x="1005719" y="1243554"/>
                </a:lnTo>
                <a:lnTo>
                  <a:pt x="1008898" y="1237225"/>
                </a:lnTo>
                <a:lnTo>
                  <a:pt x="1012872" y="1230500"/>
                </a:lnTo>
                <a:lnTo>
                  <a:pt x="1016846" y="1224567"/>
                </a:lnTo>
                <a:lnTo>
                  <a:pt x="1021217" y="1218238"/>
                </a:lnTo>
                <a:lnTo>
                  <a:pt x="1023204" y="1215864"/>
                </a:lnTo>
                <a:lnTo>
                  <a:pt x="1024793" y="1213491"/>
                </a:lnTo>
                <a:lnTo>
                  <a:pt x="1029960" y="1208744"/>
                </a:lnTo>
                <a:lnTo>
                  <a:pt x="1034331" y="1203601"/>
                </a:lnTo>
                <a:lnTo>
                  <a:pt x="1039894" y="1198855"/>
                </a:lnTo>
                <a:lnTo>
                  <a:pt x="1045060" y="1194899"/>
                </a:lnTo>
                <a:lnTo>
                  <a:pt x="1050624" y="1190943"/>
                </a:lnTo>
                <a:lnTo>
                  <a:pt x="1055790" y="1186987"/>
                </a:lnTo>
                <a:lnTo>
                  <a:pt x="1061353" y="1184218"/>
                </a:lnTo>
                <a:lnTo>
                  <a:pt x="1066917" y="1181449"/>
                </a:lnTo>
                <a:lnTo>
                  <a:pt x="1072480" y="1178285"/>
                </a:lnTo>
                <a:lnTo>
                  <a:pt x="1078043" y="1176307"/>
                </a:lnTo>
                <a:lnTo>
                  <a:pt x="1089170" y="1171956"/>
                </a:lnTo>
                <a:lnTo>
                  <a:pt x="1099900" y="1169187"/>
                </a:lnTo>
                <a:lnTo>
                  <a:pt x="1110232" y="1166813"/>
                </a:lnTo>
                <a:close/>
                <a:moveTo>
                  <a:pt x="1601784" y="1141413"/>
                </a:moveTo>
                <a:lnTo>
                  <a:pt x="1608513" y="1141413"/>
                </a:lnTo>
                <a:lnTo>
                  <a:pt x="1616826" y="1141413"/>
                </a:lnTo>
                <a:lnTo>
                  <a:pt x="1628701" y="1141809"/>
                </a:lnTo>
                <a:lnTo>
                  <a:pt x="1639785" y="1142996"/>
                </a:lnTo>
                <a:lnTo>
                  <a:pt x="1644139" y="1143392"/>
                </a:lnTo>
                <a:lnTo>
                  <a:pt x="1656410" y="1145766"/>
                </a:lnTo>
                <a:lnTo>
                  <a:pt x="1668285" y="1149327"/>
                </a:lnTo>
                <a:lnTo>
                  <a:pt x="1673431" y="1150910"/>
                </a:lnTo>
                <a:lnTo>
                  <a:pt x="1682140" y="1154075"/>
                </a:lnTo>
                <a:lnTo>
                  <a:pt x="1690453" y="1157241"/>
                </a:lnTo>
                <a:lnTo>
                  <a:pt x="1694807" y="1158823"/>
                </a:lnTo>
                <a:lnTo>
                  <a:pt x="1703516" y="1163572"/>
                </a:lnTo>
                <a:lnTo>
                  <a:pt x="1711828" y="1167924"/>
                </a:lnTo>
                <a:lnTo>
                  <a:pt x="1714995" y="1169903"/>
                </a:lnTo>
                <a:lnTo>
                  <a:pt x="1726079" y="1177421"/>
                </a:lnTo>
                <a:lnTo>
                  <a:pt x="1729245" y="1179399"/>
                </a:lnTo>
                <a:lnTo>
                  <a:pt x="1739142" y="1186918"/>
                </a:lnTo>
                <a:lnTo>
                  <a:pt x="1740329" y="1188105"/>
                </a:lnTo>
                <a:lnTo>
                  <a:pt x="1745475" y="1192853"/>
                </a:lnTo>
                <a:lnTo>
                  <a:pt x="1747058" y="1194436"/>
                </a:lnTo>
                <a:lnTo>
                  <a:pt x="1748642" y="1196018"/>
                </a:lnTo>
                <a:lnTo>
                  <a:pt x="1743100" y="1240732"/>
                </a:lnTo>
                <a:lnTo>
                  <a:pt x="1739142" y="1274761"/>
                </a:lnTo>
                <a:lnTo>
                  <a:pt x="1736766" y="1296128"/>
                </a:lnTo>
                <a:lnTo>
                  <a:pt x="1738746" y="1294150"/>
                </a:lnTo>
                <a:lnTo>
                  <a:pt x="1739537" y="1293358"/>
                </a:lnTo>
                <a:lnTo>
                  <a:pt x="1740725" y="1293358"/>
                </a:lnTo>
                <a:lnTo>
                  <a:pt x="1741912" y="1293754"/>
                </a:lnTo>
                <a:lnTo>
                  <a:pt x="1743100" y="1294150"/>
                </a:lnTo>
                <a:lnTo>
                  <a:pt x="1744288" y="1295733"/>
                </a:lnTo>
                <a:lnTo>
                  <a:pt x="1745079" y="1297315"/>
                </a:lnTo>
                <a:lnTo>
                  <a:pt x="1747454" y="1301668"/>
                </a:lnTo>
                <a:lnTo>
                  <a:pt x="1749038" y="1307603"/>
                </a:lnTo>
                <a:lnTo>
                  <a:pt x="1750621" y="1315121"/>
                </a:lnTo>
                <a:lnTo>
                  <a:pt x="1751809" y="1323827"/>
                </a:lnTo>
                <a:lnTo>
                  <a:pt x="1752204" y="1332928"/>
                </a:lnTo>
                <a:lnTo>
                  <a:pt x="1752600" y="1343216"/>
                </a:lnTo>
                <a:lnTo>
                  <a:pt x="1752204" y="1352712"/>
                </a:lnTo>
                <a:lnTo>
                  <a:pt x="1751809" y="1361813"/>
                </a:lnTo>
                <a:lnTo>
                  <a:pt x="1750621" y="1370518"/>
                </a:lnTo>
                <a:lnTo>
                  <a:pt x="1749038" y="1378036"/>
                </a:lnTo>
                <a:lnTo>
                  <a:pt x="1747454" y="1383972"/>
                </a:lnTo>
                <a:lnTo>
                  <a:pt x="1745079" y="1388324"/>
                </a:lnTo>
                <a:lnTo>
                  <a:pt x="1744288" y="1390303"/>
                </a:lnTo>
                <a:lnTo>
                  <a:pt x="1743100" y="1391490"/>
                </a:lnTo>
                <a:lnTo>
                  <a:pt x="1741912" y="1391886"/>
                </a:lnTo>
                <a:lnTo>
                  <a:pt x="1740725" y="1392281"/>
                </a:lnTo>
                <a:lnTo>
                  <a:pt x="1739142" y="1391886"/>
                </a:lnTo>
                <a:lnTo>
                  <a:pt x="1737954" y="1391094"/>
                </a:lnTo>
                <a:lnTo>
                  <a:pt x="1736766" y="1389511"/>
                </a:lnTo>
                <a:lnTo>
                  <a:pt x="1735975" y="1387929"/>
                </a:lnTo>
                <a:lnTo>
                  <a:pt x="1733996" y="1382785"/>
                </a:lnTo>
                <a:lnTo>
                  <a:pt x="1731620" y="1376849"/>
                </a:lnTo>
                <a:lnTo>
                  <a:pt x="1730829" y="1384367"/>
                </a:lnTo>
                <a:lnTo>
                  <a:pt x="1729641" y="1391886"/>
                </a:lnTo>
                <a:lnTo>
                  <a:pt x="1725683" y="1406526"/>
                </a:lnTo>
                <a:lnTo>
                  <a:pt x="1475905" y="1406526"/>
                </a:lnTo>
                <a:lnTo>
                  <a:pt x="1471551" y="1394260"/>
                </a:lnTo>
                <a:lnTo>
                  <a:pt x="1469968" y="1388324"/>
                </a:lnTo>
                <a:lnTo>
                  <a:pt x="1467592" y="1381993"/>
                </a:lnTo>
                <a:lnTo>
                  <a:pt x="1466009" y="1387137"/>
                </a:lnTo>
                <a:lnTo>
                  <a:pt x="1464426" y="1391490"/>
                </a:lnTo>
                <a:lnTo>
                  <a:pt x="1463238" y="1392677"/>
                </a:lnTo>
                <a:lnTo>
                  <a:pt x="1462051" y="1393864"/>
                </a:lnTo>
                <a:lnTo>
                  <a:pt x="1460863" y="1394260"/>
                </a:lnTo>
                <a:lnTo>
                  <a:pt x="1459676" y="1394655"/>
                </a:lnTo>
                <a:lnTo>
                  <a:pt x="1458884" y="1394260"/>
                </a:lnTo>
                <a:lnTo>
                  <a:pt x="1457696" y="1393468"/>
                </a:lnTo>
                <a:lnTo>
                  <a:pt x="1456509" y="1392281"/>
                </a:lnTo>
                <a:lnTo>
                  <a:pt x="1454925" y="1391094"/>
                </a:lnTo>
                <a:lnTo>
                  <a:pt x="1452946" y="1386346"/>
                </a:lnTo>
                <a:lnTo>
                  <a:pt x="1451363" y="1380015"/>
                </a:lnTo>
                <a:lnTo>
                  <a:pt x="1450175" y="1372892"/>
                </a:lnTo>
                <a:lnTo>
                  <a:pt x="1448592" y="1364583"/>
                </a:lnTo>
                <a:lnTo>
                  <a:pt x="1447800" y="1355086"/>
                </a:lnTo>
                <a:lnTo>
                  <a:pt x="1447800" y="1345194"/>
                </a:lnTo>
                <a:lnTo>
                  <a:pt x="1447800" y="1334906"/>
                </a:lnTo>
                <a:lnTo>
                  <a:pt x="1448592" y="1325805"/>
                </a:lnTo>
                <a:lnTo>
                  <a:pt x="1450175" y="1317496"/>
                </a:lnTo>
                <a:lnTo>
                  <a:pt x="1451363" y="1310373"/>
                </a:lnTo>
                <a:lnTo>
                  <a:pt x="1452946" y="1304438"/>
                </a:lnTo>
                <a:lnTo>
                  <a:pt x="1454925" y="1299689"/>
                </a:lnTo>
                <a:lnTo>
                  <a:pt x="1456509" y="1298107"/>
                </a:lnTo>
                <a:lnTo>
                  <a:pt x="1457696" y="1296920"/>
                </a:lnTo>
                <a:lnTo>
                  <a:pt x="1458884" y="1296128"/>
                </a:lnTo>
                <a:lnTo>
                  <a:pt x="1459676" y="1296128"/>
                </a:lnTo>
                <a:lnTo>
                  <a:pt x="1460467" y="1296128"/>
                </a:lnTo>
                <a:lnTo>
                  <a:pt x="1461259" y="1296524"/>
                </a:lnTo>
                <a:lnTo>
                  <a:pt x="1462051" y="1283466"/>
                </a:lnTo>
                <a:lnTo>
                  <a:pt x="1462446" y="1277531"/>
                </a:lnTo>
                <a:lnTo>
                  <a:pt x="1464030" y="1271991"/>
                </a:lnTo>
                <a:lnTo>
                  <a:pt x="1462051" y="1258142"/>
                </a:lnTo>
                <a:lnTo>
                  <a:pt x="1460071" y="1245480"/>
                </a:lnTo>
                <a:lnTo>
                  <a:pt x="1456905" y="1223717"/>
                </a:lnTo>
                <a:lnTo>
                  <a:pt x="1453738" y="1208681"/>
                </a:lnTo>
                <a:lnTo>
                  <a:pt x="1452550" y="1203537"/>
                </a:lnTo>
                <a:lnTo>
                  <a:pt x="1458488" y="1199975"/>
                </a:lnTo>
                <a:lnTo>
                  <a:pt x="1465217" y="1196018"/>
                </a:lnTo>
                <a:lnTo>
                  <a:pt x="1471551" y="1191270"/>
                </a:lnTo>
                <a:lnTo>
                  <a:pt x="1477884" y="1186522"/>
                </a:lnTo>
                <a:lnTo>
                  <a:pt x="1489760" y="1177421"/>
                </a:lnTo>
                <a:lnTo>
                  <a:pt x="1495302" y="1173464"/>
                </a:lnTo>
                <a:lnTo>
                  <a:pt x="1500843" y="1170299"/>
                </a:lnTo>
                <a:lnTo>
                  <a:pt x="1515490" y="1163176"/>
                </a:lnTo>
                <a:lnTo>
                  <a:pt x="1530136" y="1157241"/>
                </a:lnTo>
                <a:lnTo>
                  <a:pt x="1539636" y="1154075"/>
                </a:lnTo>
                <a:lnTo>
                  <a:pt x="1548741" y="1150910"/>
                </a:lnTo>
                <a:lnTo>
                  <a:pt x="1558241" y="1148536"/>
                </a:lnTo>
                <a:lnTo>
                  <a:pt x="1568533" y="1145766"/>
                </a:lnTo>
                <a:lnTo>
                  <a:pt x="1576450" y="1144183"/>
                </a:lnTo>
                <a:lnTo>
                  <a:pt x="1583971" y="1142996"/>
                </a:lnTo>
                <a:lnTo>
                  <a:pt x="1594658" y="1142204"/>
                </a:lnTo>
                <a:lnTo>
                  <a:pt x="1601784" y="1141413"/>
                </a:lnTo>
                <a:close/>
                <a:moveTo>
                  <a:pt x="1832358" y="1052513"/>
                </a:moveTo>
                <a:lnTo>
                  <a:pt x="1843104" y="1052513"/>
                </a:lnTo>
                <a:lnTo>
                  <a:pt x="1847083" y="1052911"/>
                </a:lnTo>
                <a:lnTo>
                  <a:pt x="1839522" y="1055300"/>
                </a:lnTo>
                <a:lnTo>
                  <a:pt x="1831960" y="1058882"/>
                </a:lnTo>
                <a:lnTo>
                  <a:pt x="1825194" y="1062067"/>
                </a:lnTo>
                <a:lnTo>
                  <a:pt x="1818428" y="1065650"/>
                </a:lnTo>
                <a:lnTo>
                  <a:pt x="1820418" y="1066446"/>
                </a:lnTo>
                <a:lnTo>
                  <a:pt x="1828776" y="1066048"/>
                </a:lnTo>
                <a:lnTo>
                  <a:pt x="1837532" y="1065650"/>
                </a:lnTo>
                <a:lnTo>
                  <a:pt x="1846685" y="1066048"/>
                </a:lnTo>
                <a:lnTo>
                  <a:pt x="1856237" y="1066446"/>
                </a:lnTo>
                <a:lnTo>
                  <a:pt x="1865789" y="1067640"/>
                </a:lnTo>
                <a:lnTo>
                  <a:pt x="1876137" y="1069631"/>
                </a:lnTo>
                <a:lnTo>
                  <a:pt x="1885688" y="1072417"/>
                </a:lnTo>
                <a:lnTo>
                  <a:pt x="1895638" y="1075602"/>
                </a:lnTo>
                <a:lnTo>
                  <a:pt x="1905588" y="1079981"/>
                </a:lnTo>
                <a:lnTo>
                  <a:pt x="1910761" y="1082369"/>
                </a:lnTo>
                <a:lnTo>
                  <a:pt x="1915139" y="1085156"/>
                </a:lnTo>
                <a:lnTo>
                  <a:pt x="1919915" y="1088340"/>
                </a:lnTo>
                <a:lnTo>
                  <a:pt x="1924691" y="1091525"/>
                </a:lnTo>
                <a:lnTo>
                  <a:pt x="1929069" y="1095506"/>
                </a:lnTo>
                <a:lnTo>
                  <a:pt x="1933845" y="1099487"/>
                </a:lnTo>
                <a:lnTo>
                  <a:pt x="1938223" y="1103468"/>
                </a:lnTo>
                <a:lnTo>
                  <a:pt x="1942202" y="1108245"/>
                </a:lnTo>
                <a:lnTo>
                  <a:pt x="1946580" y="1112623"/>
                </a:lnTo>
                <a:lnTo>
                  <a:pt x="1950162" y="1118197"/>
                </a:lnTo>
                <a:lnTo>
                  <a:pt x="1954142" y="1123770"/>
                </a:lnTo>
                <a:lnTo>
                  <a:pt x="1957724" y="1129741"/>
                </a:lnTo>
                <a:lnTo>
                  <a:pt x="1960908" y="1136110"/>
                </a:lnTo>
                <a:lnTo>
                  <a:pt x="1964490" y="1142878"/>
                </a:lnTo>
                <a:lnTo>
                  <a:pt x="1968868" y="1152830"/>
                </a:lnTo>
                <a:lnTo>
                  <a:pt x="1972847" y="1163180"/>
                </a:lnTo>
                <a:lnTo>
                  <a:pt x="1979613" y="1182288"/>
                </a:lnTo>
                <a:lnTo>
                  <a:pt x="1975633" y="1185871"/>
                </a:lnTo>
                <a:lnTo>
                  <a:pt x="1972051" y="1190249"/>
                </a:lnTo>
                <a:lnTo>
                  <a:pt x="1967674" y="1192638"/>
                </a:lnTo>
                <a:lnTo>
                  <a:pt x="1965684" y="1193832"/>
                </a:lnTo>
                <a:lnTo>
                  <a:pt x="1963694" y="1195823"/>
                </a:lnTo>
                <a:lnTo>
                  <a:pt x="1962102" y="1197415"/>
                </a:lnTo>
                <a:lnTo>
                  <a:pt x="1961306" y="1199007"/>
                </a:lnTo>
                <a:lnTo>
                  <a:pt x="1960112" y="1201396"/>
                </a:lnTo>
                <a:lnTo>
                  <a:pt x="1959316" y="1202988"/>
                </a:lnTo>
                <a:lnTo>
                  <a:pt x="1958918" y="1205377"/>
                </a:lnTo>
                <a:lnTo>
                  <a:pt x="1958918" y="1207367"/>
                </a:lnTo>
                <a:lnTo>
                  <a:pt x="1952152" y="1218115"/>
                </a:lnTo>
                <a:lnTo>
                  <a:pt x="1946580" y="1229262"/>
                </a:lnTo>
                <a:lnTo>
                  <a:pt x="1941008" y="1240806"/>
                </a:lnTo>
                <a:lnTo>
                  <a:pt x="1936233" y="1252350"/>
                </a:lnTo>
                <a:lnTo>
                  <a:pt x="1932253" y="1263895"/>
                </a:lnTo>
                <a:lnTo>
                  <a:pt x="1928273" y="1274245"/>
                </a:lnTo>
                <a:lnTo>
                  <a:pt x="1925089" y="1284993"/>
                </a:lnTo>
                <a:lnTo>
                  <a:pt x="1921905" y="1294945"/>
                </a:lnTo>
                <a:lnTo>
                  <a:pt x="1919915" y="1304897"/>
                </a:lnTo>
                <a:lnTo>
                  <a:pt x="1917925" y="1314451"/>
                </a:lnTo>
                <a:lnTo>
                  <a:pt x="1784997" y="1314451"/>
                </a:lnTo>
                <a:lnTo>
                  <a:pt x="1783007" y="1303305"/>
                </a:lnTo>
                <a:lnTo>
                  <a:pt x="1780222" y="1293353"/>
                </a:lnTo>
                <a:lnTo>
                  <a:pt x="1778630" y="1288974"/>
                </a:lnTo>
                <a:lnTo>
                  <a:pt x="1777038" y="1284993"/>
                </a:lnTo>
                <a:lnTo>
                  <a:pt x="1775446" y="1281410"/>
                </a:lnTo>
                <a:lnTo>
                  <a:pt x="1773058" y="1278226"/>
                </a:lnTo>
                <a:lnTo>
                  <a:pt x="1782609" y="1200202"/>
                </a:lnTo>
                <a:lnTo>
                  <a:pt x="1783007" y="1196619"/>
                </a:lnTo>
                <a:lnTo>
                  <a:pt x="1783007" y="1192638"/>
                </a:lnTo>
                <a:lnTo>
                  <a:pt x="1782211" y="1189453"/>
                </a:lnTo>
                <a:lnTo>
                  <a:pt x="1781416" y="1185472"/>
                </a:lnTo>
                <a:lnTo>
                  <a:pt x="1779824" y="1182288"/>
                </a:lnTo>
                <a:lnTo>
                  <a:pt x="1778232" y="1178705"/>
                </a:lnTo>
                <a:lnTo>
                  <a:pt x="1776242" y="1175919"/>
                </a:lnTo>
                <a:lnTo>
                  <a:pt x="1774252" y="1172734"/>
                </a:lnTo>
                <a:lnTo>
                  <a:pt x="1767884" y="1166763"/>
                </a:lnTo>
                <a:lnTo>
                  <a:pt x="1761516" y="1161588"/>
                </a:lnTo>
                <a:lnTo>
                  <a:pt x="1752362" y="1154422"/>
                </a:lnTo>
                <a:lnTo>
                  <a:pt x="1741219" y="1146460"/>
                </a:lnTo>
                <a:lnTo>
                  <a:pt x="1734851" y="1142480"/>
                </a:lnTo>
                <a:lnTo>
                  <a:pt x="1728085" y="1138101"/>
                </a:lnTo>
                <a:lnTo>
                  <a:pt x="1720921" y="1134518"/>
                </a:lnTo>
                <a:lnTo>
                  <a:pt x="1712564" y="1130139"/>
                </a:lnTo>
                <a:lnTo>
                  <a:pt x="1704206" y="1126158"/>
                </a:lnTo>
                <a:lnTo>
                  <a:pt x="1695450" y="1122576"/>
                </a:lnTo>
                <a:lnTo>
                  <a:pt x="1698236" y="1118197"/>
                </a:lnTo>
                <a:lnTo>
                  <a:pt x="1701420" y="1114216"/>
                </a:lnTo>
                <a:lnTo>
                  <a:pt x="1697440" y="1114614"/>
                </a:lnTo>
                <a:lnTo>
                  <a:pt x="1701420" y="1111827"/>
                </a:lnTo>
                <a:lnTo>
                  <a:pt x="1705002" y="1109041"/>
                </a:lnTo>
                <a:lnTo>
                  <a:pt x="1710176" y="1103069"/>
                </a:lnTo>
                <a:lnTo>
                  <a:pt x="1715748" y="1097894"/>
                </a:lnTo>
                <a:lnTo>
                  <a:pt x="1721319" y="1093117"/>
                </a:lnTo>
                <a:lnTo>
                  <a:pt x="1726891" y="1088340"/>
                </a:lnTo>
                <a:lnTo>
                  <a:pt x="1732463" y="1083962"/>
                </a:lnTo>
                <a:lnTo>
                  <a:pt x="1738035" y="1080379"/>
                </a:lnTo>
                <a:lnTo>
                  <a:pt x="1744005" y="1076398"/>
                </a:lnTo>
                <a:lnTo>
                  <a:pt x="1749975" y="1073611"/>
                </a:lnTo>
                <a:lnTo>
                  <a:pt x="1755944" y="1070427"/>
                </a:lnTo>
                <a:lnTo>
                  <a:pt x="1761914" y="1067640"/>
                </a:lnTo>
                <a:lnTo>
                  <a:pt x="1773456" y="1063261"/>
                </a:lnTo>
                <a:lnTo>
                  <a:pt x="1784997" y="1059679"/>
                </a:lnTo>
                <a:lnTo>
                  <a:pt x="1796539" y="1056892"/>
                </a:lnTo>
                <a:lnTo>
                  <a:pt x="1806489" y="1054902"/>
                </a:lnTo>
                <a:lnTo>
                  <a:pt x="1816438" y="1053707"/>
                </a:lnTo>
                <a:lnTo>
                  <a:pt x="1824796" y="1052911"/>
                </a:lnTo>
                <a:lnTo>
                  <a:pt x="1832358" y="1052513"/>
                </a:lnTo>
                <a:close/>
                <a:moveTo>
                  <a:pt x="861259" y="1052513"/>
                </a:moveTo>
                <a:lnTo>
                  <a:pt x="871603" y="1052513"/>
                </a:lnTo>
                <a:lnTo>
                  <a:pt x="875581" y="1052911"/>
                </a:lnTo>
                <a:lnTo>
                  <a:pt x="868022" y="1055295"/>
                </a:lnTo>
                <a:lnTo>
                  <a:pt x="860861" y="1058873"/>
                </a:lnTo>
                <a:lnTo>
                  <a:pt x="854098" y="1062053"/>
                </a:lnTo>
                <a:lnTo>
                  <a:pt x="847335" y="1065630"/>
                </a:lnTo>
                <a:lnTo>
                  <a:pt x="849324" y="1066425"/>
                </a:lnTo>
                <a:lnTo>
                  <a:pt x="857281" y="1066027"/>
                </a:lnTo>
                <a:lnTo>
                  <a:pt x="866033" y="1065630"/>
                </a:lnTo>
                <a:lnTo>
                  <a:pt x="875183" y="1066027"/>
                </a:lnTo>
                <a:lnTo>
                  <a:pt x="884732" y="1066425"/>
                </a:lnTo>
                <a:lnTo>
                  <a:pt x="894678" y="1067617"/>
                </a:lnTo>
                <a:lnTo>
                  <a:pt x="904624" y="1069605"/>
                </a:lnTo>
                <a:lnTo>
                  <a:pt x="914172" y="1072387"/>
                </a:lnTo>
                <a:lnTo>
                  <a:pt x="924516" y="1075567"/>
                </a:lnTo>
                <a:lnTo>
                  <a:pt x="934064" y="1079939"/>
                </a:lnTo>
                <a:lnTo>
                  <a:pt x="939236" y="1082324"/>
                </a:lnTo>
                <a:lnTo>
                  <a:pt x="944010" y="1085106"/>
                </a:lnTo>
                <a:lnTo>
                  <a:pt x="948784" y="1088286"/>
                </a:lnTo>
                <a:lnTo>
                  <a:pt x="953160" y="1091466"/>
                </a:lnTo>
                <a:lnTo>
                  <a:pt x="957934" y="1095441"/>
                </a:lnTo>
                <a:lnTo>
                  <a:pt x="962708" y="1099415"/>
                </a:lnTo>
                <a:lnTo>
                  <a:pt x="966687" y="1103390"/>
                </a:lnTo>
                <a:lnTo>
                  <a:pt x="971063" y="1108160"/>
                </a:lnTo>
                <a:lnTo>
                  <a:pt x="974644" y="1112532"/>
                </a:lnTo>
                <a:lnTo>
                  <a:pt x="979020" y="1118097"/>
                </a:lnTo>
                <a:lnTo>
                  <a:pt x="982998" y="1123662"/>
                </a:lnTo>
                <a:lnTo>
                  <a:pt x="986181" y="1129624"/>
                </a:lnTo>
                <a:lnTo>
                  <a:pt x="989762" y="1135983"/>
                </a:lnTo>
                <a:lnTo>
                  <a:pt x="992944" y="1142741"/>
                </a:lnTo>
                <a:lnTo>
                  <a:pt x="997321" y="1152678"/>
                </a:lnTo>
                <a:lnTo>
                  <a:pt x="1001299" y="1163012"/>
                </a:lnTo>
                <a:lnTo>
                  <a:pt x="1008062" y="1182091"/>
                </a:lnTo>
                <a:lnTo>
                  <a:pt x="1004482" y="1185668"/>
                </a:lnTo>
                <a:lnTo>
                  <a:pt x="1000105" y="1190040"/>
                </a:lnTo>
                <a:lnTo>
                  <a:pt x="996525" y="1192425"/>
                </a:lnTo>
                <a:lnTo>
                  <a:pt x="994138" y="1193618"/>
                </a:lnTo>
                <a:lnTo>
                  <a:pt x="992546" y="1195605"/>
                </a:lnTo>
                <a:lnTo>
                  <a:pt x="990955" y="1197195"/>
                </a:lnTo>
                <a:lnTo>
                  <a:pt x="989762" y="1198785"/>
                </a:lnTo>
                <a:lnTo>
                  <a:pt x="988568" y="1201170"/>
                </a:lnTo>
                <a:lnTo>
                  <a:pt x="987772" y="1202760"/>
                </a:lnTo>
                <a:lnTo>
                  <a:pt x="987375" y="1205145"/>
                </a:lnTo>
                <a:lnTo>
                  <a:pt x="987375" y="1207132"/>
                </a:lnTo>
                <a:lnTo>
                  <a:pt x="980611" y="1217864"/>
                </a:lnTo>
                <a:lnTo>
                  <a:pt x="975041" y="1228993"/>
                </a:lnTo>
                <a:lnTo>
                  <a:pt x="969870" y="1240520"/>
                </a:lnTo>
                <a:lnTo>
                  <a:pt x="965095" y="1252047"/>
                </a:lnTo>
                <a:lnTo>
                  <a:pt x="960321" y="1263574"/>
                </a:lnTo>
                <a:lnTo>
                  <a:pt x="956741" y="1273908"/>
                </a:lnTo>
                <a:lnTo>
                  <a:pt x="953558" y="1284640"/>
                </a:lnTo>
                <a:lnTo>
                  <a:pt x="950773" y="1294577"/>
                </a:lnTo>
                <a:lnTo>
                  <a:pt x="948784" y="1304514"/>
                </a:lnTo>
                <a:lnTo>
                  <a:pt x="946397" y="1314054"/>
                </a:lnTo>
                <a:lnTo>
                  <a:pt x="746283" y="1314054"/>
                </a:lnTo>
                <a:lnTo>
                  <a:pt x="745487" y="1310874"/>
                </a:lnTo>
                <a:lnTo>
                  <a:pt x="745487" y="1314054"/>
                </a:lnTo>
                <a:lnTo>
                  <a:pt x="692972" y="1314054"/>
                </a:lnTo>
                <a:lnTo>
                  <a:pt x="688994" y="1314054"/>
                </a:lnTo>
                <a:lnTo>
                  <a:pt x="685811" y="1314451"/>
                </a:lnTo>
                <a:lnTo>
                  <a:pt x="683026" y="1296565"/>
                </a:lnTo>
                <a:lnTo>
                  <a:pt x="681833" y="1287423"/>
                </a:lnTo>
                <a:lnTo>
                  <a:pt x="681435" y="1278281"/>
                </a:lnTo>
                <a:lnTo>
                  <a:pt x="681037" y="1268344"/>
                </a:lnTo>
                <a:lnTo>
                  <a:pt x="681435" y="1258804"/>
                </a:lnTo>
                <a:lnTo>
                  <a:pt x="681833" y="1249265"/>
                </a:lnTo>
                <a:lnTo>
                  <a:pt x="682628" y="1238930"/>
                </a:lnTo>
                <a:lnTo>
                  <a:pt x="684617" y="1228596"/>
                </a:lnTo>
                <a:lnTo>
                  <a:pt x="686607" y="1217466"/>
                </a:lnTo>
                <a:lnTo>
                  <a:pt x="688994" y="1205940"/>
                </a:lnTo>
                <a:lnTo>
                  <a:pt x="692176" y="1194810"/>
                </a:lnTo>
                <a:lnTo>
                  <a:pt x="696155" y="1182488"/>
                </a:lnTo>
                <a:lnTo>
                  <a:pt x="700929" y="1169769"/>
                </a:lnTo>
                <a:lnTo>
                  <a:pt x="706499" y="1156255"/>
                </a:lnTo>
                <a:lnTo>
                  <a:pt x="712466" y="1142741"/>
                </a:lnTo>
                <a:lnTo>
                  <a:pt x="716445" y="1134791"/>
                </a:lnTo>
                <a:lnTo>
                  <a:pt x="720821" y="1127636"/>
                </a:lnTo>
                <a:lnTo>
                  <a:pt x="725595" y="1120482"/>
                </a:lnTo>
                <a:lnTo>
                  <a:pt x="729971" y="1114122"/>
                </a:lnTo>
                <a:lnTo>
                  <a:pt x="726391" y="1114520"/>
                </a:lnTo>
                <a:lnTo>
                  <a:pt x="729971" y="1111737"/>
                </a:lnTo>
                <a:lnTo>
                  <a:pt x="733950" y="1108955"/>
                </a:lnTo>
                <a:lnTo>
                  <a:pt x="739122" y="1102993"/>
                </a:lnTo>
                <a:lnTo>
                  <a:pt x="744294" y="1097826"/>
                </a:lnTo>
                <a:lnTo>
                  <a:pt x="749863" y="1093056"/>
                </a:lnTo>
                <a:lnTo>
                  <a:pt x="755433" y="1088286"/>
                </a:lnTo>
                <a:lnTo>
                  <a:pt x="761401" y="1083914"/>
                </a:lnTo>
                <a:lnTo>
                  <a:pt x="766970" y="1080337"/>
                </a:lnTo>
                <a:lnTo>
                  <a:pt x="772938" y="1076362"/>
                </a:lnTo>
                <a:lnTo>
                  <a:pt x="778508" y="1073579"/>
                </a:lnTo>
                <a:lnTo>
                  <a:pt x="784475" y="1070400"/>
                </a:lnTo>
                <a:lnTo>
                  <a:pt x="790443" y="1067617"/>
                </a:lnTo>
                <a:lnTo>
                  <a:pt x="802378" y="1063245"/>
                </a:lnTo>
                <a:lnTo>
                  <a:pt x="813916" y="1059668"/>
                </a:lnTo>
                <a:lnTo>
                  <a:pt x="824658" y="1056885"/>
                </a:lnTo>
                <a:lnTo>
                  <a:pt x="835399" y="1054898"/>
                </a:lnTo>
                <a:lnTo>
                  <a:pt x="844947" y="1053705"/>
                </a:lnTo>
                <a:lnTo>
                  <a:pt x="853700" y="1052911"/>
                </a:lnTo>
                <a:lnTo>
                  <a:pt x="861259" y="1052513"/>
                </a:lnTo>
                <a:close/>
                <a:moveTo>
                  <a:pt x="1326357" y="1047750"/>
                </a:moveTo>
                <a:lnTo>
                  <a:pt x="1337469" y="1047750"/>
                </a:lnTo>
                <a:lnTo>
                  <a:pt x="1348582" y="1048148"/>
                </a:lnTo>
                <a:lnTo>
                  <a:pt x="1358901" y="1048942"/>
                </a:lnTo>
                <a:lnTo>
                  <a:pt x="1368822" y="1050532"/>
                </a:lnTo>
                <a:lnTo>
                  <a:pt x="1378347" y="1052520"/>
                </a:lnTo>
                <a:lnTo>
                  <a:pt x="1387476" y="1054904"/>
                </a:lnTo>
                <a:lnTo>
                  <a:pt x="1396604" y="1057289"/>
                </a:lnTo>
                <a:lnTo>
                  <a:pt x="1404541" y="1060469"/>
                </a:lnTo>
                <a:lnTo>
                  <a:pt x="1412479" y="1063251"/>
                </a:lnTo>
                <a:lnTo>
                  <a:pt x="1419623" y="1066828"/>
                </a:lnTo>
                <a:lnTo>
                  <a:pt x="1426766" y="1070008"/>
                </a:lnTo>
                <a:lnTo>
                  <a:pt x="1433116" y="1073983"/>
                </a:lnTo>
                <a:lnTo>
                  <a:pt x="1444626" y="1081137"/>
                </a:lnTo>
                <a:lnTo>
                  <a:pt x="1454151" y="1087894"/>
                </a:lnTo>
                <a:lnTo>
                  <a:pt x="1461691" y="1093856"/>
                </a:lnTo>
                <a:lnTo>
                  <a:pt x="1466851" y="1098228"/>
                </a:lnTo>
                <a:lnTo>
                  <a:pt x="1471613" y="1102600"/>
                </a:lnTo>
                <a:lnTo>
                  <a:pt x="1465660" y="1153079"/>
                </a:lnTo>
                <a:lnTo>
                  <a:pt x="1458913" y="1157848"/>
                </a:lnTo>
                <a:lnTo>
                  <a:pt x="1447404" y="1166195"/>
                </a:lnTo>
                <a:lnTo>
                  <a:pt x="1441848" y="1170170"/>
                </a:lnTo>
                <a:lnTo>
                  <a:pt x="1437482" y="1172555"/>
                </a:lnTo>
                <a:lnTo>
                  <a:pt x="1434704" y="1174542"/>
                </a:lnTo>
                <a:lnTo>
                  <a:pt x="1432323" y="1175734"/>
                </a:lnTo>
                <a:lnTo>
                  <a:pt x="1427560" y="1179311"/>
                </a:lnTo>
                <a:lnTo>
                  <a:pt x="1424385" y="1184081"/>
                </a:lnTo>
                <a:lnTo>
                  <a:pt x="1421210" y="1188851"/>
                </a:lnTo>
                <a:lnTo>
                  <a:pt x="1419226" y="1194018"/>
                </a:lnTo>
                <a:lnTo>
                  <a:pt x="1418035" y="1199582"/>
                </a:lnTo>
                <a:lnTo>
                  <a:pt x="1418035" y="1205544"/>
                </a:lnTo>
                <a:lnTo>
                  <a:pt x="1418432" y="1208724"/>
                </a:lnTo>
                <a:lnTo>
                  <a:pt x="1418829" y="1211506"/>
                </a:lnTo>
                <a:lnTo>
                  <a:pt x="1419623" y="1216673"/>
                </a:lnTo>
                <a:lnTo>
                  <a:pt x="1422401" y="1229392"/>
                </a:lnTo>
                <a:lnTo>
                  <a:pt x="1425576" y="1248073"/>
                </a:lnTo>
                <a:lnTo>
                  <a:pt x="1427163" y="1259202"/>
                </a:lnTo>
                <a:lnTo>
                  <a:pt x="1429148" y="1271524"/>
                </a:lnTo>
                <a:lnTo>
                  <a:pt x="1427560" y="1279076"/>
                </a:lnTo>
                <a:lnTo>
                  <a:pt x="1425973" y="1282255"/>
                </a:lnTo>
                <a:lnTo>
                  <a:pt x="1423988" y="1285832"/>
                </a:lnTo>
                <a:lnTo>
                  <a:pt x="1422401" y="1289807"/>
                </a:lnTo>
                <a:lnTo>
                  <a:pt x="1420416" y="1293782"/>
                </a:lnTo>
                <a:lnTo>
                  <a:pt x="1418035" y="1303718"/>
                </a:lnTo>
                <a:lnTo>
                  <a:pt x="1416051" y="1314450"/>
                </a:lnTo>
                <a:lnTo>
                  <a:pt x="1312863" y="1314450"/>
                </a:lnTo>
                <a:lnTo>
                  <a:pt x="1310879" y="1304911"/>
                </a:lnTo>
                <a:lnTo>
                  <a:pt x="1308894" y="1294974"/>
                </a:lnTo>
                <a:lnTo>
                  <a:pt x="1305719" y="1285038"/>
                </a:lnTo>
                <a:lnTo>
                  <a:pt x="1302544" y="1274306"/>
                </a:lnTo>
                <a:lnTo>
                  <a:pt x="1298972" y="1263972"/>
                </a:lnTo>
                <a:lnTo>
                  <a:pt x="1295004" y="1252843"/>
                </a:lnTo>
                <a:lnTo>
                  <a:pt x="1290241" y="1240919"/>
                </a:lnTo>
                <a:lnTo>
                  <a:pt x="1285082" y="1229392"/>
                </a:lnTo>
                <a:lnTo>
                  <a:pt x="1280319" y="1219456"/>
                </a:lnTo>
                <a:lnTo>
                  <a:pt x="1275160" y="1210711"/>
                </a:lnTo>
                <a:lnTo>
                  <a:pt x="1270000" y="1202365"/>
                </a:lnTo>
                <a:lnTo>
                  <a:pt x="1264047" y="1194813"/>
                </a:lnTo>
                <a:lnTo>
                  <a:pt x="1258094" y="1188056"/>
                </a:lnTo>
                <a:lnTo>
                  <a:pt x="1251744" y="1181696"/>
                </a:lnTo>
                <a:lnTo>
                  <a:pt x="1244997" y="1175734"/>
                </a:lnTo>
                <a:lnTo>
                  <a:pt x="1238250" y="1170567"/>
                </a:lnTo>
                <a:lnTo>
                  <a:pt x="1231503" y="1165400"/>
                </a:lnTo>
                <a:lnTo>
                  <a:pt x="1224757" y="1161823"/>
                </a:lnTo>
                <a:lnTo>
                  <a:pt x="1217613" y="1157848"/>
                </a:lnTo>
                <a:lnTo>
                  <a:pt x="1210469" y="1154669"/>
                </a:lnTo>
                <a:lnTo>
                  <a:pt x="1202928" y="1151886"/>
                </a:lnTo>
                <a:lnTo>
                  <a:pt x="1195785" y="1149501"/>
                </a:lnTo>
                <a:lnTo>
                  <a:pt x="1188641" y="1147912"/>
                </a:lnTo>
                <a:lnTo>
                  <a:pt x="1181497" y="1145924"/>
                </a:lnTo>
                <a:lnTo>
                  <a:pt x="1179116" y="1131218"/>
                </a:lnTo>
                <a:lnTo>
                  <a:pt x="1176735" y="1120486"/>
                </a:lnTo>
                <a:lnTo>
                  <a:pt x="1174750" y="1110152"/>
                </a:lnTo>
                <a:lnTo>
                  <a:pt x="1180703" y="1106973"/>
                </a:lnTo>
                <a:lnTo>
                  <a:pt x="1187053" y="1102998"/>
                </a:lnTo>
                <a:lnTo>
                  <a:pt x="1193800" y="1098228"/>
                </a:lnTo>
                <a:lnTo>
                  <a:pt x="1200150" y="1093856"/>
                </a:lnTo>
                <a:lnTo>
                  <a:pt x="1212453" y="1084317"/>
                </a:lnTo>
                <a:lnTo>
                  <a:pt x="1217613" y="1080342"/>
                </a:lnTo>
                <a:lnTo>
                  <a:pt x="1223169" y="1077163"/>
                </a:lnTo>
                <a:lnTo>
                  <a:pt x="1237060" y="1070406"/>
                </a:lnTo>
                <a:lnTo>
                  <a:pt x="1250950" y="1064444"/>
                </a:lnTo>
                <a:lnTo>
                  <a:pt x="1264444" y="1059674"/>
                </a:lnTo>
                <a:lnTo>
                  <a:pt x="1277541" y="1055699"/>
                </a:lnTo>
                <a:lnTo>
                  <a:pt x="1290241" y="1052520"/>
                </a:lnTo>
                <a:lnTo>
                  <a:pt x="1302941" y="1050135"/>
                </a:lnTo>
                <a:lnTo>
                  <a:pt x="1314847" y="1048545"/>
                </a:lnTo>
                <a:lnTo>
                  <a:pt x="1326357" y="1047750"/>
                </a:lnTo>
                <a:close/>
                <a:moveTo>
                  <a:pt x="525022" y="1035050"/>
                </a:moveTo>
                <a:lnTo>
                  <a:pt x="554037" y="1036676"/>
                </a:lnTo>
                <a:lnTo>
                  <a:pt x="512762" y="1068388"/>
                </a:lnTo>
                <a:lnTo>
                  <a:pt x="525022" y="1035050"/>
                </a:lnTo>
                <a:close/>
                <a:moveTo>
                  <a:pt x="174832" y="915044"/>
                </a:moveTo>
                <a:lnTo>
                  <a:pt x="50860" y="916631"/>
                </a:lnTo>
                <a:lnTo>
                  <a:pt x="57218" y="934484"/>
                </a:lnTo>
                <a:lnTo>
                  <a:pt x="174832" y="915044"/>
                </a:lnTo>
                <a:close/>
                <a:moveTo>
                  <a:pt x="403703" y="711119"/>
                </a:moveTo>
                <a:lnTo>
                  <a:pt x="403703" y="723418"/>
                </a:lnTo>
                <a:lnTo>
                  <a:pt x="512179" y="715086"/>
                </a:lnTo>
                <a:lnTo>
                  <a:pt x="403703" y="711119"/>
                </a:lnTo>
                <a:close/>
                <a:moveTo>
                  <a:pt x="773852" y="677863"/>
                </a:moveTo>
                <a:lnTo>
                  <a:pt x="777038" y="678259"/>
                </a:lnTo>
                <a:lnTo>
                  <a:pt x="778632" y="678259"/>
                </a:lnTo>
                <a:lnTo>
                  <a:pt x="779428" y="679050"/>
                </a:lnTo>
                <a:lnTo>
                  <a:pt x="780225" y="679446"/>
                </a:lnTo>
                <a:lnTo>
                  <a:pt x="780623" y="680632"/>
                </a:lnTo>
                <a:lnTo>
                  <a:pt x="780623" y="681423"/>
                </a:lnTo>
                <a:lnTo>
                  <a:pt x="780225" y="682215"/>
                </a:lnTo>
                <a:lnTo>
                  <a:pt x="779428" y="684588"/>
                </a:lnTo>
                <a:lnTo>
                  <a:pt x="777038" y="687357"/>
                </a:lnTo>
                <a:lnTo>
                  <a:pt x="774648" y="689731"/>
                </a:lnTo>
                <a:lnTo>
                  <a:pt x="771860" y="692500"/>
                </a:lnTo>
                <a:lnTo>
                  <a:pt x="767877" y="695665"/>
                </a:lnTo>
                <a:lnTo>
                  <a:pt x="763894" y="698038"/>
                </a:lnTo>
                <a:lnTo>
                  <a:pt x="760309" y="700808"/>
                </a:lnTo>
                <a:lnTo>
                  <a:pt x="755927" y="702785"/>
                </a:lnTo>
                <a:lnTo>
                  <a:pt x="752342" y="704368"/>
                </a:lnTo>
                <a:lnTo>
                  <a:pt x="748758" y="705555"/>
                </a:lnTo>
                <a:lnTo>
                  <a:pt x="745969" y="705950"/>
                </a:lnTo>
                <a:lnTo>
                  <a:pt x="742783" y="706346"/>
                </a:lnTo>
                <a:lnTo>
                  <a:pt x="740791" y="706741"/>
                </a:lnTo>
                <a:lnTo>
                  <a:pt x="738800" y="707928"/>
                </a:lnTo>
                <a:lnTo>
                  <a:pt x="737605" y="708719"/>
                </a:lnTo>
                <a:lnTo>
                  <a:pt x="736011" y="709906"/>
                </a:lnTo>
                <a:lnTo>
                  <a:pt x="735215" y="711093"/>
                </a:lnTo>
                <a:lnTo>
                  <a:pt x="734816" y="712280"/>
                </a:lnTo>
                <a:lnTo>
                  <a:pt x="734816" y="713467"/>
                </a:lnTo>
                <a:lnTo>
                  <a:pt x="735215" y="715049"/>
                </a:lnTo>
                <a:lnTo>
                  <a:pt x="736011" y="716236"/>
                </a:lnTo>
                <a:lnTo>
                  <a:pt x="738003" y="717027"/>
                </a:lnTo>
                <a:lnTo>
                  <a:pt x="739596" y="717818"/>
                </a:lnTo>
                <a:lnTo>
                  <a:pt x="741986" y="718609"/>
                </a:lnTo>
                <a:lnTo>
                  <a:pt x="745173" y="719005"/>
                </a:lnTo>
                <a:lnTo>
                  <a:pt x="748359" y="719400"/>
                </a:lnTo>
                <a:lnTo>
                  <a:pt x="752342" y="719005"/>
                </a:lnTo>
                <a:lnTo>
                  <a:pt x="760707" y="719005"/>
                </a:lnTo>
                <a:lnTo>
                  <a:pt x="763894" y="719400"/>
                </a:lnTo>
                <a:lnTo>
                  <a:pt x="767877" y="719796"/>
                </a:lnTo>
                <a:lnTo>
                  <a:pt x="770665" y="720983"/>
                </a:lnTo>
                <a:lnTo>
                  <a:pt x="773852" y="722169"/>
                </a:lnTo>
                <a:lnTo>
                  <a:pt x="776640" y="723356"/>
                </a:lnTo>
                <a:lnTo>
                  <a:pt x="779428" y="724939"/>
                </a:lnTo>
                <a:lnTo>
                  <a:pt x="781420" y="726917"/>
                </a:lnTo>
                <a:lnTo>
                  <a:pt x="783411" y="729686"/>
                </a:lnTo>
                <a:lnTo>
                  <a:pt x="785403" y="732455"/>
                </a:lnTo>
                <a:lnTo>
                  <a:pt x="786598" y="736015"/>
                </a:lnTo>
                <a:lnTo>
                  <a:pt x="787793" y="739180"/>
                </a:lnTo>
                <a:lnTo>
                  <a:pt x="788191" y="743531"/>
                </a:lnTo>
                <a:lnTo>
                  <a:pt x="788988" y="747883"/>
                </a:lnTo>
                <a:lnTo>
                  <a:pt x="788988" y="752630"/>
                </a:lnTo>
                <a:lnTo>
                  <a:pt x="788590" y="756982"/>
                </a:lnTo>
                <a:lnTo>
                  <a:pt x="787793" y="760542"/>
                </a:lnTo>
                <a:lnTo>
                  <a:pt x="786200" y="764102"/>
                </a:lnTo>
                <a:lnTo>
                  <a:pt x="783810" y="767267"/>
                </a:lnTo>
                <a:lnTo>
                  <a:pt x="781420" y="770827"/>
                </a:lnTo>
                <a:lnTo>
                  <a:pt x="778632" y="773596"/>
                </a:lnTo>
                <a:lnTo>
                  <a:pt x="775445" y="776761"/>
                </a:lnTo>
                <a:lnTo>
                  <a:pt x="771860" y="779135"/>
                </a:lnTo>
                <a:lnTo>
                  <a:pt x="767479" y="781113"/>
                </a:lnTo>
                <a:lnTo>
                  <a:pt x="763097" y="783486"/>
                </a:lnTo>
                <a:lnTo>
                  <a:pt x="753936" y="787442"/>
                </a:lnTo>
                <a:lnTo>
                  <a:pt x="744376" y="790607"/>
                </a:lnTo>
                <a:lnTo>
                  <a:pt x="734020" y="792980"/>
                </a:lnTo>
                <a:lnTo>
                  <a:pt x="724062" y="795354"/>
                </a:lnTo>
                <a:lnTo>
                  <a:pt x="714104" y="796936"/>
                </a:lnTo>
                <a:lnTo>
                  <a:pt x="704942" y="798123"/>
                </a:lnTo>
                <a:lnTo>
                  <a:pt x="696179" y="798914"/>
                </a:lnTo>
                <a:lnTo>
                  <a:pt x="684230" y="799705"/>
                </a:lnTo>
                <a:lnTo>
                  <a:pt x="679450" y="800101"/>
                </a:lnTo>
                <a:lnTo>
                  <a:pt x="682636" y="698830"/>
                </a:lnTo>
                <a:lnTo>
                  <a:pt x="683433" y="697247"/>
                </a:lnTo>
                <a:lnTo>
                  <a:pt x="683831" y="695665"/>
                </a:lnTo>
                <a:lnTo>
                  <a:pt x="684628" y="694478"/>
                </a:lnTo>
                <a:lnTo>
                  <a:pt x="685425" y="692896"/>
                </a:lnTo>
                <a:lnTo>
                  <a:pt x="688213" y="690522"/>
                </a:lnTo>
                <a:lnTo>
                  <a:pt x="692196" y="688940"/>
                </a:lnTo>
                <a:lnTo>
                  <a:pt x="696976" y="687357"/>
                </a:lnTo>
                <a:lnTo>
                  <a:pt x="701756" y="685775"/>
                </a:lnTo>
                <a:lnTo>
                  <a:pt x="707731" y="684588"/>
                </a:lnTo>
                <a:lnTo>
                  <a:pt x="714104" y="683797"/>
                </a:lnTo>
                <a:lnTo>
                  <a:pt x="727647" y="682610"/>
                </a:lnTo>
                <a:lnTo>
                  <a:pt x="741588" y="681819"/>
                </a:lnTo>
                <a:lnTo>
                  <a:pt x="755529" y="680632"/>
                </a:lnTo>
                <a:lnTo>
                  <a:pt x="762300" y="679446"/>
                </a:lnTo>
                <a:lnTo>
                  <a:pt x="768275" y="678654"/>
                </a:lnTo>
                <a:lnTo>
                  <a:pt x="773852" y="677863"/>
                </a:lnTo>
                <a:close/>
                <a:moveTo>
                  <a:pt x="425557" y="466725"/>
                </a:moveTo>
                <a:lnTo>
                  <a:pt x="429928" y="467122"/>
                </a:lnTo>
                <a:lnTo>
                  <a:pt x="434299" y="467519"/>
                </a:lnTo>
                <a:lnTo>
                  <a:pt x="438272" y="467915"/>
                </a:lnTo>
                <a:lnTo>
                  <a:pt x="442643" y="468709"/>
                </a:lnTo>
                <a:lnTo>
                  <a:pt x="446219" y="470296"/>
                </a:lnTo>
                <a:lnTo>
                  <a:pt x="453769" y="473073"/>
                </a:lnTo>
                <a:lnTo>
                  <a:pt x="461716" y="477040"/>
                </a:lnTo>
                <a:lnTo>
                  <a:pt x="468471" y="481801"/>
                </a:lnTo>
                <a:lnTo>
                  <a:pt x="475225" y="487356"/>
                </a:lnTo>
                <a:lnTo>
                  <a:pt x="481980" y="493307"/>
                </a:lnTo>
                <a:lnTo>
                  <a:pt x="487543" y="500052"/>
                </a:lnTo>
                <a:lnTo>
                  <a:pt x="493503" y="507590"/>
                </a:lnTo>
                <a:lnTo>
                  <a:pt x="499066" y="515524"/>
                </a:lnTo>
                <a:lnTo>
                  <a:pt x="504629" y="524253"/>
                </a:lnTo>
                <a:lnTo>
                  <a:pt x="509795" y="532981"/>
                </a:lnTo>
                <a:lnTo>
                  <a:pt x="514165" y="542106"/>
                </a:lnTo>
                <a:lnTo>
                  <a:pt x="518933" y="552025"/>
                </a:lnTo>
                <a:lnTo>
                  <a:pt x="523304" y="561943"/>
                </a:lnTo>
                <a:lnTo>
                  <a:pt x="526880" y="572259"/>
                </a:lnTo>
                <a:lnTo>
                  <a:pt x="530854" y="582177"/>
                </a:lnTo>
                <a:lnTo>
                  <a:pt x="534033" y="592889"/>
                </a:lnTo>
                <a:lnTo>
                  <a:pt x="540390" y="613520"/>
                </a:lnTo>
                <a:lnTo>
                  <a:pt x="545953" y="634150"/>
                </a:lnTo>
                <a:lnTo>
                  <a:pt x="550721" y="653988"/>
                </a:lnTo>
                <a:lnTo>
                  <a:pt x="554297" y="673031"/>
                </a:lnTo>
                <a:lnTo>
                  <a:pt x="557873" y="690091"/>
                </a:lnTo>
                <a:lnTo>
                  <a:pt x="559860" y="705167"/>
                </a:lnTo>
                <a:lnTo>
                  <a:pt x="592045" y="701597"/>
                </a:lnTo>
                <a:lnTo>
                  <a:pt x="621449" y="697629"/>
                </a:lnTo>
                <a:lnTo>
                  <a:pt x="647673" y="694455"/>
                </a:lnTo>
                <a:lnTo>
                  <a:pt x="669925" y="690488"/>
                </a:lnTo>
                <a:lnTo>
                  <a:pt x="669527" y="696042"/>
                </a:lnTo>
                <a:lnTo>
                  <a:pt x="669130" y="702390"/>
                </a:lnTo>
                <a:lnTo>
                  <a:pt x="668733" y="716276"/>
                </a:lnTo>
                <a:lnTo>
                  <a:pt x="668733" y="750396"/>
                </a:lnTo>
                <a:lnTo>
                  <a:pt x="669130" y="768646"/>
                </a:lnTo>
                <a:lnTo>
                  <a:pt x="668733" y="786103"/>
                </a:lnTo>
                <a:lnTo>
                  <a:pt x="667938" y="803559"/>
                </a:lnTo>
                <a:lnTo>
                  <a:pt x="667143" y="811494"/>
                </a:lnTo>
                <a:lnTo>
                  <a:pt x="666349" y="819032"/>
                </a:lnTo>
                <a:lnTo>
                  <a:pt x="645289" y="825380"/>
                </a:lnTo>
                <a:lnTo>
                  <a:pt x="620654" y="831331"/>
                </a:lnTo>
                <a:lnTo>
                  <a:pt x="593237" y="837679"/>
                </a:lnTo>
                <a:lnTo>
                  <a:pt x="563436" y="844027"/>
                </a:lnTo>
                <a:lnTo>
                  <a:pt x="561052" y="872593"/>
                </a:lnTo>
                <a:lnTo>
                  <a:pt x="558668" y="896000"/>
                </a:lnTo>
                <a:lnTo>
                  <a:pt x="557873" y="905125"/>
                </a:lnTo>
                <a:lnTo>
                  <a:pt x="557079" y="916631"/>
                </a:lnTo>
                <a:lnTo>
                  <a:pt x="556681" y="928930"/>
                </a:lnTo>
                <a:lnTo>
                  <a:pt x="556284" y="942022"/>
                </a:lnTo>
                <a:lnTo>
                  <a:pt x="556284" y="955908"/>
                </a:lnTo>
                <a:lnTo>
                  <a:pt x="556284" y="970588"/>
                </a:lnTo>
                <a:lnTo>
                  <a:pt x="557079" y="984474"/>
                </a:lnTo>
                <a:lnTo>
                  <a:pt x="558271" y="997566"/>
                </a:lnTo>
                <a:lnTo>
                  <a:pt x="558668" y="1004311"/>
                </a:lnTo>
                <a:lnTo>
                  <a:pt x="558668" y="1009469"/>
                </a:lnTo>
                <a:lnTo>
                  <a:pt x="558271" y="1014626"/>
                </a:lnTo>
                <a:lnTo>
                  <a:pt x="557079" y="1018991"/>
                </a:lnTo>
                <a:lnTo>
                  <a:pt x="555489" y="1022164"/>
                </a:lnTo>
                <a:lnTo>
                  <a:pt x="553900" y="1024942"/>
                </a:lnTo>
                <a:lnTo>
                  <a:pt x="552310" y="1026925"/>
                </a:lnTo>
                <a:lnTo>
                  <a:pt x="549926" y="1028512"/>
                </a:lnTo>
                <a:lnTo>
                  <a:pt x="547145" y="1029306"/>
                </a:lnTo>
                <a:lnTo>
                  <a:pt x="544761" y="1030099"/>
                </a:lnTo>
                <a:lnTo>
                  <a:pt x="541582" y="1030496"/>
                </a:lnTo>
                <a:lnTo>
                  <a:pt x="538801" y="1030496"/>
                </a:lnTo>
                <a:lnTo>
                  <a:pt x="532046" y="1030099"/>
                </a:lnTo>
                <a:lnTo>
                  <a:pt x="525688" y="1028909"/>
                </a:lnTo>
                <a:lnTo>
                  <a:pt x="524894" y="1028512"/>
                </a:lnTo>
                <a:lnTo>
                  <a:pt x="524099" y="1027719"/>
                </a:lnTo>
                <a:lnTo>
                  <a:pt x="522510" y="1023751"/>
                </a:lnTo>
                <a:lnTo>
                  <a:pt x="520920" y="1018594"/>
                </a:lnTo>
                <a:lnTo>
                  <a:pt x="520125" y="1011452"/>
                </a:lnTo>
                <a:lnTo>
                  <a:pt x="519331" y="1002327"/>
                </a:lnTo>
                <a:lnTo>
                  <a:pt x="518536" y="992409"/>
                </a:lnTo>
                <a:lnTo>
                  <a:pt x="517741" y="968207"/>
                </a:lnTo>
                <a:lnTo>
                  <a:pt x="517344" y="941229"/>
                </a:lnTo>
                <a:lnTo>
                  <a:pt x="516947" y="911870"/>
                </a:lnTo>
                <a:lnTo>
                  <a:pt x="516549" y="853152"/>
                </a:lnTo>
                <a:lnTo>
                  <a:pt x="513768" y="853549"/>
                </a:lnTo>
                <a:lnTo>
                  <a:pt x="513768" y="976142"/>
                </a:lnTo>
                <a:lnTo>
                  <a:pt x="508602" y="1036050"/>
                </a:lnTo>
                <a:lnTo>
                  <a:pt x="504232" y="1082469"/>
                </a:lnTo>
                <a:lnTo>
                  <a:pt x="500258" y="1124127"/>
                </a:lnTo>
                <a:lnTo>
                  <a:pt x="499861" y="1128095"/>
                </a:lnTo>
                <a:lnTo>
                  <a:pt x="497874" y="1134443"/>
                </a:lnTo>
                <a:lnTo>
                  <a:pt x="495490" y="1141187"/>
                </a:lnTo>
                <a:lnTo>
                  <a:pt x="492311" y="1147535"/>
                </a:lnTo>
                <a:lnTo>
                  <a:pt x="489530" y="1153883"/>
                </a:lnTo>
                <a:lnTo>
                  <a:pt x="485954" y="1160231"/>
                </a:lnTo>
                <a:lnTo>
                  <a:pt x="482378" y="1166579"/>
                </a:lnTo>
                <a:lnTo>
                  <a:pt x="474828" y="1178481"/>
                </a:lnTo>
                <a:lnTo>
                  <a:pt x="438670" y="1654175"/>
                </a:lnTo>
                <a:lnTo>
                  <a:pt x="342512" y="1654175"/>
                </a:lnTo>
                <a:lnTo>
                  <a:pt x="294433" y="1276080"/>
                </a:lnTo>
                <a:lnTo>
                  <a:pt x="288473" y="1276873"/>
                </a:lnTo>
                <a:lnTo>
                  <a:pt x="282115" y="1277270"/>
                </a:lnTo>
                <a:lnTo>
                  <a:pt x="281718" y="1276873"/>
                </a:lnTo>
                <a:lnTo>
                  <a:pt x="281321" y="1276873"/>
                </a:lnTo>
                <a:lnTo>
                  <a:pt x="282115" y="1275683"/>
                </a:lnTo>
                <a:lnTo>
                  <a:pt x="282115" y="1275286"/>
                </a:lnTo>
                <a:lnTo>
                  <a:pt x="281321" y="1275286"/>
                </a:lnTo>
                <a:lnTo>
                  <a:pt x="281321" y="1276873"/>
                </a:lnTo>
                <a:lnTo>
                  <a:pt x="282910" y="1650208"/>
                </a:lnTo>
                <a:lnTo>
                  <a:pt x="170859" y="1653778"/>
                </a:lnTo>
                <a:lnTo>
                  <a:pt x="119998" y="1254655"/>
                </a:lnTo>
                <a:lnTo>
                  <a:pt x="116422" y="1253069"/>
                </a:lnTo>
                <a:lnTo>
                  <a:pt x="112846" y="1251482"/>
                </a:lnTo>
                <a:lnTo>
                  <a:pt x="109667" y="1249498"/>
                </a:lnTo>
                <a:lnTo>
                  <a:pt x="106489" y="1246721"/>
                </a:lnTo>
                <a:lnTo>
                  <a:pt x="103707" y="1243943"/>
                </a:lnTo>
                <a:lnTo>
                  <a:pt x="100528" y="1240373"/>
                </a:lnTo>
                <a:lnTo>
                  <a:pt x="98144" y="1236802"/>
                </a:lnTo>
                <a:lnTo>
                  <a:pt x="96158" y="1232438"/>
                </a:lnTo>
                <a:lnTo>
                  <a:pt x="91389" y="1223710"/>
                </a:lnTo>
                <a:lnTo>
                  <a:pt x="87416" y="1214188"/>
                </a:lnTo>
                <a:lnTo>
                  <a:pt x="84237" y="1203872"/>
                </a:lnTo>
                <a:lnTo>
                  <a:pt x="81853" y="1193557"/>
                </a:lnTo>
                <a:lnTo>
                  <a:pt x="79072" y="1182845"/>
                </a:lnTo>
                <a:lnTo>
                  <a:pt x="77085" y="1172133"/>
                </a:lnTo>
                <a:lnTo>
                  <a:pt x="73906" y="1153486"/>
                </a:lnTo>
                <a:lnTo>
                  <a:pt x="71522" y="1137616"/>
                </a:lnTo>
                <a:lnTo>
                  <a:pt x="70330" y="1132062"/>
                </a:lnTo>
                <a:lnTo>
                  <a:pt x="69535" y="1128491"/>
                </a:lnTo>
                <a:lnTo>
                  <a:pt x="69138" y="1124127"/>
                </a:lnTo>
                <a:lnTo>
                  <a:pt x="63178" y="1061839"/>
                </a:lnTo>
                <a:lnTo>
                  <a:pt x="56820" y="994392"/>
                </a:lnTo>
                <a:lnTo>
                  <a:pt x="50065" y="909490"/>
                </a:lnTo>
                <a:lnTo>
                  <a:pt x="42119" y="909490"/>
                </a:lnTo>
                <a:lnTo>
                  <a:pt x="35364" y="908299"/>
                </a:lnTo>
                <a:lnTo>
                  <a:pt x="29403" y="907506"/>
                </a:lnTo>
                <a:lnTo>
                  <a:pt x="24238" y="906316"/>
                </a:lnTo>
                <a:lnTo>
                  <a:pt x="20662" y="905125"/>
                </a:lnTo>
                <a:lnTo>
                  <a:pt x="17880" y="903935"/>
                </a:lnTo>
                <a:lnTo>
                  <a:pt x="17086" y="902745"/>
                </a:lnTo>
                <a:lnTo>
                  <a:pt x="16688" y="901555"/>
                </a:lnTo>
                <a:lnTo>
                  <a:pt x="16291" y="900761"/>
                </a:lnTo>
                <a:lnTo>
                  <a:pt x="16291" y="899571"/>
                </a:lnTo>
                <a:lnTo>
                  <a:pt x="14702" y="894413"/>
                </a:lnTo>
                <a:lnTo>
                  <a:pt x="12318" y="887669"/>
                </a:lnTo>
                <a:lnTo>
                  <a:pt x="10331" y="879734"/>
                </a:lnTo>
                <a:lnTo>
                  <a:pt x="8344" y="870212"/>
                </a:lnTo>
                <a:lnTo>
                  <a:pt x="6755" y="859103"/>
                </a:lnTo>
                <a:lnTo>
                  <a:pt x="4768" y="847201"/>
                </a:lnTo>
                <a:lnTo>
                  <a:pt x="3179" y="834109"/>
                </a:lnTo>
                <a:lnTo>
                  <a:pt x="1987" y="819826"/>
                </a:lnTo>
                <a:lnTo>
                  <a:pt x="795" y="805146"/>
                </a:lnTo>
                <a:lnTo>
                  <a:pt x="397" y="789277"/>
                </a:lnTo>
                <a:lnTo>
                  <a:pt x="0" y="773010"/>
                </a:lnTo>
                <a:lnTo>
                  <a:pt x="0" y="756347"/>
                </a:lnTo>
                <a:lnTo>
                  <a:pt x="795" y="738494"/>
                </a:lnTo>
                <a:lnTo>
                  <a:pt x="1987" y="721434"/>
                </a:lnTo>
                <a:lnTo>
                  <a:pt x="3576" y="703184"/>
                </a:lnTo>
                <a:lnTo>
                  <a:pt x="5563" y="684934"/>
                </a:lnTo>
                <a:lnTo>
                  <a:pt x="9139" y="667477"/>
                </a:lnTo>
                <a:lnTo>
                  <a:pt x="12715" y="649227"/>
                </a:lnTo>
                <a:lnTo>
                  <a:pt x="17483" y="631770"/>
                </a:lnTo>
                <a:lnTo>
                  <a:pt x="22649" y="614313"/>
                </a:lnTo>
                <a:lnTo>
                  <a:pt x="25430" y="605982"/>
                </a:lnTo>
                <a:lnTo>
                  <a:pt x="29006" y="597253"/>
                </a:lnTo>
                <a:lnTo>
                  <a:pt x="32185" y="588922"/>
                </a:lnTo>
                <a:lnTo>
                  <a:pt x="36158" y="580987"/>
                </a:lnTo>
                <a:lnTo>
                  <a:pt x="40132" y="573052"/>
                </a:lnTo>
                <a:lnTo>
                  <a:pt x="44503" y="565117"/>
                </a:lnTo>
                <a:lnTo>
                  <a:pt x="48873" y="557579"/>
                </a:lnTo>
                <a:lnTo>
                  <a:pt x="53244" y="549644"/>
                </a:lnTo>
                <a:lnTo>
                  <a:pt x="58410" y="542503"/>
                </a:lnTo>
                <a:lnTo>
                  <a:pt x="63973" y="535362"/>
                </a:lnTo>
                <a:lnTo>
                  <a:pt x="69535" y="528617"/>
                </a:lnTo>
                <a:lnTo>
                  <a:pt x="75496" y="522269"/>
                </a:lnTo>
                <a:lnTo>
                  <a:pt x="81456" y="515921"/>
                </a:lnTo>
                <a:lnTo>
                  <a:pt x="87416" y="509970"/>
                </a:lnTo>
                <a:lnTo>
                  <a:pt x="94171" y="504416"/>
                </a:lnTo>
                <a:lnTo>
                  <a:pt x="101720" y="498861"/>
                </a:lnTo>
                <a:lnTo>
                  <a:pt x="108873" y="493704"/>
                </a:lnTo>
                <a:lnTo>
                  <a:pt x="116422" y="488943"/>
                </a:lnTo>
                <a:lnTo>
                  <a:pt x="124369" y="484579"/>
                </a:lnTo>
                <a:lnTo>
                  <a:pt x="132713" y="480611"/>
                </a:lnTo>
                <a:lnTo>
                  <a:pt x="141455" y="477040"/>
                </a:lnTo>
                <a:lnTo>
                  <a:pt x="150594" y="473470"/>
                </a:lnTo>
                <a:lnTo>
                  <a:pt x="159733" y="470693"/>
                </a:lnTo>
                <a:lnTo>
                  <a:pt x="169667" y="467915"/>
                </a:lnTo>
                <a:lnTo>
                  <a:pt x="172845" y="467915"/>
                </a:lnTo>
                <a:lnTo>
                  <a:pt x="179998" y="468312"/>
                </a:lnTo>
                <a:lnTo>
                  <a:pt x="200262" y="469502"/>
                </a:lnTo>
                <a:lnTo>
                  <a:pt x="231652" y="471883"/>
                </a:lnTo>
                <a:lnTo>
                  <a:pt x="312711" y="730162"/>
                </a:lnTo>
                <a:lnTo>
                  <a:pt x="329400" y="728575"/>
                </a:lnTo>
                <a:lnTo>
                  <a:pt x="327413" y="709135"/>
                </a:lnTo>
                <a:lnTo>
                  <a:pt x="322247" y="527427"/>
                </a:lnTo>
                <a:lnTo>
                  <a:pt x="315492" y="509970"/>
                </a:lnTo>
                <a:lnTo>
                  <a:pt x="329002" y="486959"/>
                </a:lnTo>
                <a:lnTo>
                  <a:pt x="359598" y="486562"/>
                </a:lnTo>
                <a:lnTo>
                  <a:pt x="371916" y="509970"/>
                </a:lnTo>
                <a:lnTo>
                  <a:pt x="366353" y="530601"/>
                </a:lnTo>
                <a:lnTo>
                  <a:pt x="393372" y="722624"/>
                </a:lnTo>
                <a:lnTo>
                  <a:pt x="402114" y="721831"/>
                </a:lnTo>
                <a:lnTo>
                  <a:pt x="397346" y="476247"/>
                </a:lnTo>
                <a:lnTo>
                  <a:pt x="403703" y="473073"/>
                </a:lnTo>
                <a:lnTo>
                  <a:pt x="408869" y="470693"/>
                </a:lnTo>
                <a:lnTo>
                  <a:pt x="411253" y="468709"/>
                </a:lnTo>
                <a:lnTo>
                  <a:pt x="412047" y="467915"/>
                </a:lnTo>
                <a:lnTo>
                  <a:pt x="416816" y="467122"/>
                </a:lnTo>
                <a:lnTo>
                  <a:pt x="421584" y="467122"/>
                </a:lnTo>
                <a:lnTo>
                  <a:pt x="425557" y="466725"/>
                </a:lnTo>
                <a:close/>
                <a:moveTo>
                  <a:pt x="2003425" y="196850"/>
                </a:moveTo>
                <a:lnTo>
                  <a:pt x="2003425" y="720725"/>
                </a:lnTo>
                <a:lnTo>
                  <a:pt x="1071562" y="720328"/>
                </a:lnTo>
                <a:lnTo>
                  <a:pt x="1251744" y="585391"/>
                </a:lnTo>
                <a:lnTo>
                  <a:pt x="1404144" y="665163"/>
                </a:lnTo>
                <a:lnTo>
                  <a:pt x="1657350" y="399256"/>
                </a:lnTo>
                <a:lnTo>
                  <a:pt x="1796653" y="458788"/>
                </a:lnTo>
                <a:lnTo>
                  <a:pt x="2003425" y="196850"/>
                </a:lnTo>
                <a:close/>
                <a:moveTo>
                  <a:pt x="140097" y="182563"/>
                </a:moveTo>
                <a:lnTo>
                  <a:pt x="138509" y="201216"/>
                </a:lnTo>
                <a:lnTo>
                  <a:pt x="137319" y="215107"/>
                </a:lnTo>
                <a:lnTo>
                  <a:pt x="137716" y="215504"/>
                </a:lnTo>
                <a:lnTo>
                  <a:pt x="138509" y="201216"/>
                </a:lnTo>
                <a:lnTo>
                  <a:pt x="139303" y="194469"/>
                </a:lnTo>
                <a:lnTo>
                  <a:pt x="140097" y="188516"/>
                </a:lnTo>
                <a:lnTo>
                  <a:pt x="140097" y="182563"/>
                </a:lnTo>
                <a:close/>
                <a:moveTo>
                  <a:pt x="164306" y="111125"/>
                </a:moveTo>
                <a:lnTo>
                  <a:pt x="162719" y="111522"/>
                </a:lnTo>
                <a:lnTo>
                  <a:pt x="161131" y="111919"/>
                </a:lnTo>
                <a:lnTo>
                  <a:pt x="159544" y="112713"/>
                </a:lnTo>
                <a:lnTo>
                  <a:pt x="158353" y="113507"/>
                </a:lnTo>
                <a:lnTo>
                  <a:pt x="155972" y="117078"/>
                </a:lnTo>
                <a:lnTo>
                  <a:pt x="153591" y="120650"/>
                </a:lnTo>
                <a:lnTo>
                  <a:pt x="158353" y="115491"/>
                </a:lnTo>
                <a:lnTo>
                  <a:pt x="161131" y="113110"/>
                </a:lnTo>
                <a:lnTo>
                  <a:pt x="164306" y="111125"/>
                </a:lnTo>
                <a:close/>
                <a:moveTo>
                  <a:pt x="988111" y="91679"/>
                </a:moveTo>
                <a:lnTo>
                  <a:pt x="984541" y="92075"/>
                </a:lnTo>
                <a:lnTo>
                  <a:pt x="980971" y="93266"/>
                </a:lnTo>
                <a:lnTo>
                  <a:pt x="977798" y="94853"/>
                </a:lnTo>
                <a:lnTo>
                  <a:pt x="975022" y="97632"/>
                </a:lnTo>
                <a:lnTo>
                  <a:pt x="972642" y="100013"/>
                </a:lnTo>
                <a:lnTo>
                  <a:pt x="971055" y="103188"/>
                </a:lnTo>
                <a:lnTo>
                  <a:pt x="970262" y="106760"/>
                </a:lnTo>
                <a:lnTo>
                  <a:pt x="969865" y="110332"/>
                </a:lnTo>
                <a:lnTo>
                  <a:pt x="969865" y="578644"/>
                </a:lnTo>
                <a:lnTo>
                  <a:pt x="1457734" y="287338"/>
                </a:lnTo>
                <a:lnTo>
                  <a:pt x="1494622" y="333375"/>
                </a:lnTo>
                <a:lnTo>
                  <a:pt x="969865" y="642938"/>
                </a:lnTo>
                <a:lnTo>
                  <a:pt x="969865" y="758032"/>
                </a:lnTo>
                <a:lnTo>
                  <a:pt x="970262" y="762001"/>
                </a:lnTo>
                <a:lnTo>
                  <a:pt x="971055" y="765176"/>
                </a:lnTo>
                <a:lnTo>
                  <a:pt x="972642" y="768747"/>
                </a:lnTo>
                <a:lnTo>
                  <a:pt x="975022" y="771129"/>
                </a:lnTo>
                <a:lnTo>
                  <a:pt x="977798" y="773510"/>
                </a:lnTo>
                <a:lnTo>
                  <a:pt x="980971" y="775494"/>
                </a:lnTo>
                <a:lnTo>
                  <a:pt x="984541" y="776685"/>
                </a:lnTo>
                <a:lnTo>
                  <a:pt x="988111" y="776685"/>
                </a:lnTo>
                <a:lnTo>
                  <a:pt x="2043178" y="776685"/>
                </a:lnTo>
                <a:lnTo>
                  <a:pt x="2047144" y="776685"/>
                </a:lnTo>
                <a:lnTo>
                  <a:pt x="2050714" y="775494"/>
                </a:lnTo>
                <a:lnTo>
                  <a:pt x="2053887" y="773510"/>
                </a:lnTo>
                <a:lnTo>
                  <a:pt x="2056663" y="771129"/>
                </a:lnTo>
                <a:lnTo>
                  <a:pt x="2059043" y="768747"/>
                </a:lnTo>
                <a:lnTo>
                  <a:pt x="2060630" y="765176"/>
                </a:lnTo>
                <a:lnTo>
                  <a:pt x="2061820" y="762001"/>
                </a:lnTo>
                <a:lnTo>
                  <a:pt x="2062216" y="758032"/>
                </a:lnTo>
                <a:lnTo>
                  <a:pt x="2062216" y="110332"/>
                </a:lnTo>
                <a:lnTo>
                  <a:pt x="2061820" y="106760"/>
                </a:lnTo>
                <a:lnTo>
                  <a:pt x="2060630" y="103188"/>
                </a:lnTo>
                <a:lnTo>
                  <a:pt x="2059043" y="100013"/>
                </a:lnTo>
                <a:lnTo>
                  <a:pt x="2056663" y="97632"/>
                </a:lnTo>
                <a:lnTo>
                  <a:pt x="2053887" y="94853"/>
                </a:lnTo>
                <a:lnTo>
                  <a:pt x="2050714" y="93266"/>
                </a:lnTo>
                <a:lnTo>
                  <a:pt x="2047144" y="92075"/>
                </a:lnTo>
                <a:lnTo>
                  <a:pt x="2043178" y="91679"/>
                </a:lnTo>
                <a:lnTo>
                  <a:pt x="988111" y="91679"/>
                </a:lnTo>
                <a:close/>
                <a:moveTo>
                  <a:pt x="273050" y="38100"/>
                </a:moveTo>
                <a:lnTo>
                  <a:pt x="286544" y="38497"/>
                </a:lnTo>
                <a:lnTo>
                  <a:pt x="299641" y="38894"/>
                </a:lnTo>
                <a:lnTo>
                  <a:pt x="312341" y="40085"/>
                </a:lnTo>
                <a:lnTo>
                  <a:pt x="323850" y="42466"/>
                </a:lnTo>
                <a:lnTo>
                  <a:pt x="335756" y="44847"/>
                </a:lnTo>
                <a:lnTo>
                  <a:pt x="347266" y="47229"/>
                </a:lnTo>
                <a:lnTo>
                  <a:pt x="357981" y="50800"/>
                </a:lnTo>
                <a:lnTo>
                  <a:pt x="368697" y="53975"/>
                </a:lnTo>
                <a:lnTo>
                  <a:pt x="378222" y="57944"/>
                </a:lnTo>
                <a:lnTo>
                  <a:pt x="387747" y="61516"/>
                </a:lnTo>
                <a:lnTo>
                  <a:pt x="396478" y="65881"/>
                </a:lnTo>
                <a:lnTo>
                  <a:pt x="404813" y="70247"/>
                </a:lnTo>
                <a:lnTo>
                  <a:pt x="412750" y="74216"/>
                </a:lnTo>
                <a:lnTo>
                  <a:pt x="419894" y="78582"/>
                </a:lnTo>
                <a:lnTo>
                  <a:pt x="432197" y="86519"/>
                </a:lnTo>
                <a:lnTo>
                  <a:pt x="442516" y="93266"/>
                </a:lnTo>
                <a:lnTo>
                  <a:pt x="449660" y="99219"/>
                </a:lnTo>
                <a:lnTo>
                  <a:pt x="455613" y="104378"/>
                </a:lnTo>
                <a:lnTo>
                  <a:pt x="454025" y="107553"/>
                </a:lnTo>
                <a:lnTo>
                  <a:pt x="451644" y="111522"/>
                </a:lnTo>
                <a:lnTo>
                  <a:pt x="448866" y="116285"/>
                </a:lnTo>
                <a:lnTo>
                  <a:pt x="444897" y="122238"/>
                </a:lnTo>
                <a:lnTo>
                  <a:pt x="440532" y="128588"/>
                </a:lnTo>
                <a:lnTo>
                  <a:pt x="434578" y="134938"/>
                </a:lnTo>
                <a:lnTo>
                  <a:pt x="427832" y="141288"/>
                </a:lnTo>
                <a:lnTo>
                  <a:pt x="423863" y="144066"/>
                </a:lnTo>
                <a:lnTo>
                  <a:pt x="420291" y="146844"/>
                </a:lnTo>
                <a:lnTo>
                  <a:pt x="415925" y="149225"/>
                </a:lnTo>
                <a:lnTo>
                  <a:pt x="411163" y="151607"/>
                </a:lnTo>
                <a:lnTo>
                  <a:pt x="406797" y="153591"/>
                </a:lnTo>
                <a:lnTo>
                  <a:pt x="401638" y="155179"/>
                </a:lnTo>
                <a:lnTo>
                  <a:pt x="396082" y="156369"/>
                </a:lnTo>
                <a:lnTo>
                  <a:pt x="390525" y="157560"/>
                </a:lnTo>
                <a:lnTo>
                  <a:pt x="384572" y="157957"/>
                </a:lnTo>
                <a:lnTo>
                  <a:pt x="379016" y="157957"/>
                </a:lnTo>
                <a:lnTo>
                  <a:pt x="372666" y="157560"/>
                </a:lnTo>
                <a:lnTo>
                  <a:pt x="365919" y="155973"/>
                </a:lnTo>
                <a:lnTo>
                  <a:pt x="358775" y="154385"/>
                </a:lnTo>
                <a:lnTo>
                  <a:pt x="351235" y="152003"/>
                </a:lnTo>
                <a:lnTo>
                  <a:pt x="343694" y="148828"/>
                </a:lnTo>
                <a:lnTo>
                  <a:pt x="335756" y="145257"/>
                </a:lnTo>
                <a:lnTo>
                  <a:pt x="327025" y="140891"/>
                </a:lnTo>
                <a:lnTo>
                  <a:pt x="317103" y="136525"/>
                </a:lnTo>
                <a:lnTo>
                  <a:pt x="355203" y="155179"/>
                </a:lnTo>
                <a:lnTo>
                  <a:pt x="373063" y="163116"/>
                </a:lnTo>
                <a:lnTo>
                  <a:pt x="381397" y="166688"/>
                </a:lnTo>
                <a:lnTo>
                  <a:pt x="389335" y="169466"/>
                </a:lnTo>
                <a:lnTo>
                  <a:pt x="397272" y="172244"/>
                </a:lnTo>
                <a:lnTo>
                  <a:pt x="404813" y="173832"/>
                </a:lnTo>
                <a:lnTo>
                  <a:pt x="411957" y="175023"/>
                </a:lnTo>
                <a:lnTo>
                  <a:pt x="418703" y="175419"/>
                </a:lnTo>
                <a:lnTo>
                  <a:pt x="425053" y="175023"/>
                </a:lnTo>
                <a:lnTo>
                  <a:pt x="428228" y="174625"/>
                </a:lnTo>
                <a:lnTo>
                  <a:pt x="431007" y="173832"/>
                </a:lnTo>
                <a:lnTo>
                  <a:pt x="434182" y="173038"/>
                </a:lnTo>
                <a:lnTo>
                  <a:pt x="436563" y="171847"/>
                </a:lnTo>
                <a:lnTo>
                  <a:pt x="438944" y="169863"/>
                </a:lnTo>
                <a:lnTo>
                  <a:pt x="441722" y="168276"/>
                </a:lnTo>
                <a:lnTo>
                  <a:pt x="442913" y="180976"/>
                </a:lnTo>
                <a:lnTo>
                  <a:pt x="443310" y="192882"/>
                </a:lnTo>
                <a:lnTo>
                  <a:pt x="443310" y="203994"/>
                </a:lnTo>
                <a:lnTo>
                  <a:pt x="442913" y="215107"/>
                </a:lnTo>
                <a:lnTo>
                  <a:pt x="444500" y="213122"/>
                </a:lnTo>
                <a:lnTo>
                  <a:pt x="445691" y="212328"/>
                </a:lnTo>
                <a:lnTo>
                  <a:pt x="446882" y="212328"/>
                </a:lnTo>
                <a:lnTo>
                  <a:pt x="447675" y="212726"/>
                </a:lnTo>
                <a:lnTo>
                  <a:pt x="448072" y="213519"/>
                </a:lnTo>
                <a:lnTo>
                  <a:pt x="448866" y="216297"/>
                </a:lnTo>
                <a:lnTo>
                  <a:pt x="448866" y="221457"/>
                </a:lnTo>
                <a:lnTo>
                  <a:pt x="448866" y="228204"/>
                </a:lnTo>
                <a:lnTo>
                  <a:pt x="447675" y="244079"/>
                </a:lnTo>
                <a:lnTo>
                  <a:pt x="445294" y="262335"/>
                </a:lnTo>
                <a:lnTo>
                  <a:pt x="443310" y="279797"/>
                </a:lnTo>
                <a:lnTo>
                  <a:pt x="440928" y="294482"/>
                </a:lnTo>
                <a:lnTo>
                  <a:pt x="439738" y="300038"/>
                </a:lnTo>
                <a:lnTo>
                  <a:pt x="438547" y="303213"/>
                </a:lnTo>
                <a:lnTo>
                  <a:pt x="437753" y="304800"/>
                </a:lnTo>
                <a:lnTo>
                  <a:pt x="437357" y="304800"/>
                </a:lnTo>
                <a:lnTo>
                  <a:pt x="436960" y="304007"/>
                </a:lnTo>
                <a:lnTo>
                  <a:pt x="435769" y="313929"/>
                </a:lnTo>
                <a:lnTo>
                  <a:pt x="434182" y="323057"/>
                </a:lnTo>
                <a:lnTo>
                  <a:pt x="432197" y="332185"/>
                </a:lnTo>
                <a:lnTo>
                  <a:pt x="429816" y="341313"/>
                </a:lnTo>
                <a:lnTo>
                  <a:pt x="427435" y="349647"/>
                </a:lnTo>
                <a:lnTo>
                  <a:pt x="424260" y="357982"/>
                </a:lnTo>
                <a:lnTo>
                  <a:pt x="421482" y="365919"/>
                </a:lnTo>
                <a:lnTo>
                  <a:pt x="417513" y="373460"/>
                </a:lnTo>
                <a:lnTo>
                  <a:pt x="413941" y="381397"/>
                </a:lnTo>
                <a:lnTo>
                  <a:pt x="409972" y="388938"/>
                </a:lnTo>
                <a:lnTo>
                  <a:pt x="406003" y="395685"/>
                </a:lnTo>
                <a:lnTo>
                  <a:pt x="401241" y="402432"/>
                </a:lnTo>
                <a:lnTo>
                  <a:pt x="396875" y="408782"/>
                </a:lnTo>
                <a:lnTo>
                  <a:pt x="391716" y="415132"/>
                </a:lnTo>
                <a:lnTo>
                  <a:pt x="386953" y="420688"/>
                </a:lnTo>
                <a:lnTo>
                  <a:pt x="381794" y="426244"/>
                </a:lnTo>
                <a:lnTo>
                  <a:pt x="376635" y="431801"/>
                </a:lnTo>
                <a:lnTo>
                  <a:pt x="371078" y="436563"/>
                </a:lnTo>
                <a:lnTo>
                  <a:pt x="365919" y="440929"/>
                </a:lnTo>
                <a:lnTo>
                  <a:pt x="360363" y="445691"/>
                </a:lnTo>
                <a:lnTo>
                  <a:pt x="354806" y="449660"/>
                </a:lnTo>
                <a:lnTo>
                  <a:pt x="349250" y="453232"/>
                </a:lnTo>
                <a:lnTo>
                  <a:pt x="343297" y="456804"/>
                </a:lnTo>
                <a:lnTo>
                  <a:pt x="337741" y="459582"/>
                </a:lnTo>
                <a:lnTo>
                  <a:pt x="332185" y="462757"/>
                </a:lnTo>
                <a:lnTo>
                  <a:pt x="326628" y="464741"/>
                </a:lnTo>
                <a:lnTo>
                  <a:pt x="320675" y="466726"/>
                </a:lnTo>
                <a:lnTo>
                  <a:pt x="315119" y="468313"/>
                </a:lnTo>
                <a:lnTo>
                  <a:pt x="309563" y="469901"/>
                </a:lnTo>
                <a:lnTo>
                  <a:pt x="304403" y="470694"/>
                </a:lnTo>
                <a:lnTo>
                  <a:pt x="298847" y="471091"/>
                </a:lnTo>
                <a:lnTo>
                  <a:pt x="293688" y="471488"/>
                </a:lnTo>
                <a:lnTo>
                  <a:pt x="288925" y="471091"/>
                </a:lnTo>
                <a:lnTo>
                  <a:pt x="284956" y="470694"/>
                </a:lnTo>
                <a:lnTo>
                  <a:pt x="280194" y="469901"/>
                </a:lnTo>
                <a:lnTo>
                  <a:pt x="275034" y="467916"/>
                </a:lnTo>
                <a:lnTo>
                  <a:pt x="270669" y="466329"/>
                </a:lnTo>
                <a:lnTo>
                  <a:pt x="265509" y="464344"/>
                </a:lnTo>
                <a:lnTo>
                  <a:pt x="259953" y="462360"/>
                </a:lnTo>
                <a:lnTo>
                  <a:pt x="254794" y="459185"/>
                </a:lnTo>
                <a:lnTo>
                  <a:pt x="244078" y="452438"/>
                </a:lnTo>
                <a:lnTo>
                  <a:pt x="232966" y="444898"/>
                </a:lnTo>
                <a:lnTo>
                  <a:pt x="221853" y="435769"/>
                </a:lnTo>
                <a:lnTo>
                  <a:pt x="211534" y="425450"/>
                </a:lnTo>
                <a:lnTo>
                  <a:pt x="200819" y="413941"/>
                </a:lnTo>
                <a:lnTo>
                  <a:pt x="190500" y="402035"/>
                </a:lnTo>
                <a:lnTo>
                  <a:pt x="185737" y="395685"/>
                </a:lnTo>
                <a:lnTo>
                  <a:pt x="180578" y="388938"/>
                </a:lnTo>
                <a:lnTo>
                  <a:pt x="176609" y="381794"/>
                </a:lnTo>
                <a:lnTo>
                  <a:pt x="171847" y="374651"/>
                </a:lnTo>
                <a:lnTo>
                  <a:pt x="167481" y="367507"/>
                </a:lnTo>
                <a:lnTo>
                  <a:pt x="163512" y="359569"/>
                </a:lnTo>
                <a:lnTo>
                  <a:pt x="159544" y="351632"/>
                </a:lnTo>
                <a:lnTo>
                  <a:pt x="156369" y="343694"/>
                </a:lnTo>
                <a:lnTo>
                  <a:pt x="152797" y="335757"/>
                </a:lnTo>
                <a:lnTo>
                  <a:pt x="150019" y="327422"/>
                </a:lnTo>
                <a:lnTo>
                  <a:pt x="147241" y="318691"/>
                </a:lnTo>
                <a:lnTo>
                  <a:pt x="144859" y="310357"/>
                </a:lnTo>
                <a:lnTo>
                  <a:pt x="142875" y="316310"/>
                </a:lnTo>
                <a:lnTo>
                  <a:pt x="140494" y="320676"/>
                </a:lnTo>
                <a:lnTo>
                  <a:pt x="139700" y="322263"/>
                </a:lnTo>
                <a:lnTo>
                  <a:pt x="138509" y="323057"/>
                </a:lnTo>
                <a:lnTo>
                  <a:pt x="137319" y="323851"/>
                </a:lnTo>
                <a:lnTo>
                  <a:pt x="136128" y="324247"/>
                </a:lnTo>
                <a:lnTo>
                  <a:pt x="134541" y="323851"/>
                </a:lnTo>
                <a:lnTo>
                  <a:pt x="133350" y="323057"/>
                </a:lnTo>
                <a:lnTo>
                  <a:pt x="132159" y="321866"/>
                </a:lnTo>
                <a:lnTo>
                  <a:pt x="130969" y="319485"/>
                </a:lnTo>
                <a:lnTo>
                  <a:pt x="128587" y="314722"/>
                </a:lnTo>
                <a:lnTo>
                  <a:pt x="126603" y="308372"/>
                </a:lnTo>
                <a:lnTo>
                  <a:pt x="125016" y="300038"/>
                </a:lnTo>
                <a:lnTo>
                  <a:pt x="123825" y="290513"/>
                </a:lnTo>
                <a:lnTo>
                  <a:pt x="123031" y="280591"/>
                </a:lnTo>
                <a:lnTo>
                  <a:pt x="122634" y="269478"/>
                </a:lnTo>
                <a:lnTo>
                  <a:pt x="123031" y="259557"/>
                </a:lnTo>
                <a:lnTo>
                  <a:pt x="123428" y="250032"/>
                </a:lnTo>
                <a:lnTo>
                  <a:pt x="124619" y="241300"/>
                </a:lnTo>
                <a:lnTo>
                  <a:pt x="125809" y="233760"/>
                </a:lnTo>
                <a:lnTo>
                  <a:pt x="127397" y="227013"/>
                </a:lnTo>
                <a:lnTo>
                  <a:pt x="129778" y="221854"/>
                </a:lnTo>
                <a:lnTo>
                  <a:pt x="131762" y="217488"/>
                </a:lnTo>
                <a:lnTo>
                  <a:pt x="132953" y="216297"/>
                </a:lnTo>
                <a:lnTo>
                  <a:pt x="134144" y="215504"/>
                </a:lnTo>
                <a:lnTo>
                  <a:pt x="130572" y="211138"/>
                </a:lnTo>
                <a:lnTo>
                  <a:pt x="127000" y="207169"/>
                </a:lnTo>
                <a:lnTo>
                  <a:pt x="124619" y="202407"/>
                </a:lnTo>
                <a:lnTo>
                  <a:pt x="122634" y="197247"/>
                </a:lnTo>
                <a:lnTo>
                  <a:pt x="120253" y="192485"/>
                </a:lnTo>
                <a:lnTo>
                  <a:pt x="119062" y="186928"/>
                </a:lnTo>
                <a:lnTo>
                  <a:pt x="118269" y="181372"/>
                </a:lnTo>
                <a:lnTo>
                  <a:pt x="117475" y="175816"/>
                </a:lnTo>
                <a:lnTo>
                  <a:pt x="117475" y="170260"/>
                </a:lnTo>
                <a:lnTo>
                  <a:pt x="117475" y="164704"/>
                </a:lnTo>
                <a:lnTo>
                  <a:pt x="117872" y="158751"/>
                </a:lnTo>
                <a:lnTo>
                  <a:pt x="118269" y="152797"/>
                </a:lnTo>
                <a:lnTo>
                  <a:pt x="120253" y="140891"/>
                </a:lnTo>
                <a:lnTo>
                  <a:pt x="123428" y="129381"/>
                </a:lnTo>
                <a:lnTo>
                  <a:pt x="126603" y="118666"/>
                </a:lnTo>
                <a:lnTo>
                  <a:pt x="130969" y="107951"/>
                </a:lnTo>
                <a:lnTo>
                  <a:pt x="135334" y="98426"/>
                </a:lnTo>
                <a:lnTo>
                  <a:pt x="139700" y="90091"/>
                </a:lnTo>
                <a:lnTo>
                  <a:pt x="144066" y="82154"/>
                </a:lnTo>
                <a:lnTo>
                  <a:pt x="148034" y="76597"/>
                </a:lnTo>
                <a:lnTo>
                  <a:pt x="152003" y="72231"/>
                </a:lnTo>
                <a:lnTo>
                  <a:pt x="153194" y="70644"/>
                </a:lnTo>
                <a:lnTo>
                  <a:pt x="154781" y="69850"/>
                </a:lnTo>
                <a:lnTo>
                  <a:pt x="170656" y="61913"/>
                </a:lnTo>
                <a:lnTo>
                  <a:pt x="186134" y="55960"/>
                </a:lnTo>
                <a:lnTo>
                  <a:pt x="201216" y="50403"/>
                </a:lnTo>
                <a:lnTo>
                  <a:pt x="216297" y="46038"/>
                </a:lnTo>
                <a:lnTo>
                  <a:pt x="230981" y="42863"/>
                </a:lnTo>
                <a:lnTo>
                  <a:pt x="245269" y="40482"/>
                </a:lnTo>
                <a:lnTo>
                  <a:pt x="259556" y="38894"/>
                </a:lnTo>
                <a:lnTo>
                  <a:pt x="273050" y="38100"/>
                </a:lnTo>
                <a:close/>
                <a:moveTo>
                  <a:pt x="982954" y="0"/>
                </a:moveTo>
                <a:lnTo>
                  <a:pt x="988111" y="0"/>
                </a:lnTo>
                <a:lnTo>
                  <a:pt x="2043178" y="0"/>
                </a:lnTo>
                <a:lnTo>
                  <a:pt x="2049127" y="0"/>
                </a:lnTo>
                <a:lnTo>
                  <a:pt x="2054680" y="397"/>
                </a:lnTo>
                <a:lnTo>
                  <a:pt x="2060233" y="1191"/>
                </a:lnTo>
                <a:lnTo>
                  <a:pt x="2065786" y="1985"/>
                </a:lnTo>
                <a:lnTo>
                  <a:pt x="2070942" y="3572"/>
                </a:lnTo>
                <a:lnTo>
                  <a:pt x="2076099" y="5160"/>
                </a:lnTo>
                <a:lnTo>
                  <a:pt x="2081255" y="6747"/>
                </a:lnTo>
                <a:lnTo>
                  <a:pt x="2086411" y="8732"/>
                </a:lnTo>
                <a:lnTo>
                  <a:pt x="2091171" y="11113"/>
                </a:lnTo>
                <a:lnTo>
                  <a:pt x="2095931" y="13494"/>
                </a:lnTo>
                <a:lnTo>
                  <a:pt x="2100691" y="16272"/>
                </a:lnTo>
                <a:lnTo>
                  <a:pt x="2105054" y="19050"/>
                </a:lnTo>
                <a:lnTo>
                  <a:pt x="2109417" y="21828"/>
                </a:lnTo>
                <a:lnTo>
                  <a:pt x="2113780" y="25401"/>
                </a:lnTo>
                <a:lnTo>
                  <a:pt x="2121713" y="32544"/>
                </a:lnTo>
                <a:lnTo>
                  <a:pt x="2128852" y="40085"/>
                </a:lnTo>
                <a:lnTo>
                  <a:pt x="2131629" y="44451"/>
                </a:lnTo>
                <a:lnTo>
                  <a:pt x="2135198" y="48816"/>
                </a:lnTo>
                <a:lnTo>
                  <a:pt x="2137578" y="53182"/>
                </a:lnTo>
                <a:lnTo>
                  <a:pt x="2140751" y="57944"/>
                </a:lnTo>
                <a:lnTo>
                  <a:pt x="2143131" y="62707"/>
                </a:lnTo>
                <a:lnTo>
                  <a:pt x="2145114" y="67469"/>
                </a:lnTo>
                <a:lnTo>
                  <a:pt x="2147494" y="72628"/>
                </a:lnTo>
                <a:lnTo>
                  <a:pt x="2149081" y="77788"/>
                </a:lnTo>
                <a:lnTo>
                  <a:pt x="2150271" y="82947"/>
                </a:lnTo>
                <a:lnTo>
                  <a:pt x="2151461" y="88107"/>
                </a:lnTo>
                <a:lnTo>
                  <a:pt x="2152254" y="93663"/>
                </a:lnTo>
                <a:lnTo>
                  <a:pt x="2153444" y="99219"/>
                </a:lnTo>
                <a:lnTo>
                  <a:pt x="2153841" y="105172"/>
                </a:lnTo>
                <a:lnTo>
                  <a:pt x="2154237" y="110332"/>
                </a:lnTo>
                <a:lnTo>
                  <a:pt x="2154237" y="758032"/>
                </a:lnTo>
                <a:lnTo>
                  <a:pt x="2153841" y="763588"/>
                </a:lnTo>
                <a:lnTo>
                  <a:pt x="2153444" y="769144"/>
                </a:lnTo>
                <a:lnTo>
                  <a:pt x="2152254" y="775097"/>
                </a:lnTo>
                <a:lnTo>
                  <a:pt x="2151461" y="779860"/>
                </a:lnTo>
                <a:lnTo>
                  <a:pt x="2150271" y="785416"/>
                </a:lnTo>
                <a:lnTo>
                  <a:pt x="2149081" y="790972"/>
                </a:lnTo>
                <a:lnTo>
                  <a:pt x="2147494" y="796132"/>
                </a:lnTo>
                <a:lnTo>
                  <a:pt x="2145114" y="800894"/>
                </a:lnTo>
                <a:lnTo>
                  <a:pt x="2143131" y="805657"/>
                </a:lnTo>
                <a:lnTo>
                  <a:pt x="2140751" y="810816"/>
                </a:lnTo>
                <a:lnTo>
                  <a:pt x="2137578" y="815579"/>
                </a:lnTo>
                <a:lnTo>
                  <a:pt x="2135198" y="819547"/>
                </a:lnTo>
                <a:lnTo>
                  <a:pt x="2131629" y="824310"/>
                </a:lnTo>
                <a:lnTo>
                  <a:pt x="2128852" y="827882"/>
                </a:lnTo>
                <a:lnTo>
                  <a:pt x="2124886" y="832247"/>
                </a:lnTo>
                <a:lnTo>
                  <a:pt x="2121713" y="836216"/>
                </a:lnTo>
                <a:lnTo>
                  <a:pt x="2117350" y="839788"/>
                </a:lnTo>
                <a:lnTo>
                  <a:pt x="2113780" y="843360"/>
                </a:lnTo>
                <a:lnTo>
                  <a:pt x="2109417" y="846535"/>
                </a:lnTo>
                <a:lnTo>
                  <a:pt x="2105054" y="849710"/>
                </a:lnTo>
                <a:lnTo>
                  <a:pt x="2100691" y="852488"/>
                </a:lnTo>
                <a:lnTo>
                  <a:pt x="2095931" y="854869"/>
                </a:lnTo>
                <a:lnTo>
                  <a:pt x="2091171" y="857647"/>
                </a:lnTo>
                <a:lnTo>
                  <a:pt x="2086411" y="859632"/>
                </a:lnTo>
                <a:lnTo>
                  <a:pt x="2081255" y="861616"/>
                </a:lnTo>
                <a:lnTo>
                  <a:pt x="2076099" y="863601"/>
                </a:lnTo>
                <a:lnTo>
                  <a:pt x="2070942" y="865188"/>
                </a:lnTo>
                <a:lnTo>
                  <a:pt x="2065786" y="866379"/>
                </a:lnTo>
                <a:lnTo>
                  <a:pt x="2060233" y="867172"/>
                </a:lnTo>
                <a:lnTo>
                  <a:pt x="2054680" y="867966"/>
                </a:lnTo>
                <a:lnTo>
                  <a:pt x="2049127" y="868363"/>
                </a:lnTo>
                <a:lnTo>
                  <a:pt x="2043178" y="868363"/>
                </a:lnTo>
                <a:lnTo>
                  <a:pt x="988111" y="868363"/>
                </a:lnTo>
                <a:lnTo>
                  <a:pt x="982954" y="868363"/>
                </a:lnTo>
                <a:lnTo>
                  <a:pt x="977401" y="867966"/>
                </a:lnTo>
                <a:lnTo>
                  <a:pt x="971452" y="867172"/>
                </a:lnTo>
                <a:lnTo>
                  <a:pt x="966295" y="866379"/>
                </a:lnTo>
                <a:lnTo>
                  <a:pt x="960742" y="865188"/>
                </a:lnTo>
                <a:lnTo>
                  <a:pt x="955586" y="863601"/>
                </a:lnTo>
                <a:lnTo>
                  <a:pt x="950430" y="861616"/>
                </a:lnTo>
                <a:lnTo>
                  <a:pt x="945273" y="859632"/>
                </a:lnTo>
                <a:lnTo>
                  <a:pt x="940514" y="857647"/>
                </a:lnTo>
                <a:lnTo>
                  <a:pt x="935754" y="854869"/>
                </a:lnTo>
                <a:lnTo>
                  <a:pt x="930994" y="852488"/>
                </a:lnTo>
                <a:lnTo>
                  <a:pt x="926631" y="849710"/>
                </a:lnTo>
                <a:lnTo>
                  <a:pt x="922268" y="846535"/>
                </a:lnTo>
                <a:lnTo>
                  <a:pt x="918302" y="843360"/>
                </a:lnTo>
                <a:lnTo>
                  <a:pt x="913939" y="839788"/>
                </a:lnTo>
                <a:lnTo>
                  <a:pt x="910369" y="836216"/>
                </a:lnTo>
                <a:lnTo>
                  <a:pt x="906402" y="832247"/>
                </a:lnTo>
                <a:lnTo>
                  <a:pt x="903229" y="827882"/>
                </a:lnTo>
                <a:lnTo>
                  <a:pt x="899659" y="824310"/>
                </a:lnTo>
                <a:lnTo>
                  <a:pt x="896883" y="819547"/>
                </a:lnTo>
                <a:lnTo>
                  <a:pt x="893710" y="815579"/>
                </a:lnTo>
                <a:lnTo>
                  <a:pt x="891330" y="810816"/>
                </a:lnTo>
                <a:lnTo>
                  <a:pt x="888950" y="805657"/>
                </a:lnTo>
                <a:lnTo>
                  <a:pt x="886570" y="800894"/>
                </a:lnTo>
                <a:lnTo>
                  <a:pt x="884587" y="796132"/>
                </a:lnTo>
                <a:lnTo>
                  <a:pt x="883001" y="790972"/>
                </a:lnTo>
                <a:lnTo>
                  <a:pt x="881414" y="785416"/>
                </a:lnTo>
                <a:lnTo>
                  <a:pt x="879827" y="779860"/>
                </a:lnTo>
                <a:lnTo>
                  <a:pt x="879034" y="775097"/>
                </a:lnTo>
                <a:lnTo>
                  <a:pt x="878241" y="769144"/>
                </a:lnTo>
                <a:lnTo>
                  <a:pt x="877844" y="763588"/>
                </a:lnTo>
                <a:lnTo>
                  <a:pt x="877844" y="758032"/>
                </a:lnTo>
                <a:lnTo>
                  <a:pt x="877844" y="696913"/>
                </a:lnTo>
                <a:lnTo>
                  <a:pt x="833420" y="723504"/>
                </a:lnTo>
                <a:lnTo>
                  <a:pt x="804862" y="676672"/>
                </a:lnTo>
                <a:lnTo>
                  <a:pt x="877844" y="633413"/>
                </a:lnTo>
                <a:lnTo>
                  <a:pt x="877844" y="110332"/>
                </a:lnTo>
                <a:lnTo>
                  <a:pt x="877844" y="105172"/>
                </a:lnTo>
                <a:lnTo>
                  <a:pt x="878241" y="99219"/>
                </a:lnTo>
                <a:lnTo>
                  <a:pt x="879034" y="93663"/>
                </a:lnTo>
                <a:lnTo>
                  <a:pt x="879827" y="88107"/>
                </a:lnTo>
                <a:lnTo>
                  <a:pt x="881414" y="82947"/>
                </a:lnTo>
                <a:lnTo>
                  <a:pt x="883001" y="77788"/>
                </a:lnTo>
                <a:lnTo>
                  <a:pt x="884587" y="72628"/>
                </a:lnTo>
                <a:lnTo>
                  <a:pt x="886570" y="67469"/>
                </a:lnTo>
                <a:lnTo>
                  <a:pt x="888950" y="62707"/>
                </a:lnTo>
                <a:lnTo>
                  <a:pt x="891330" y="57944"/>
                </a:lnTo>
                <a:lnTo>
                  <a:pt x="893710" y="53182"/>
                </a:lnTo>
                <a:lnTo>
                  <a:pt x="896883" y="48816"/>
                </a:lnTo>
                <a:lnTo>
                  <a:pt x="899659" y="44451"/>
                </a:lnTo>
                <a:lnTo>
                  <a:pt x="903229" y="40085"/>
                </a:lnTo>
                <a:lnTo>
                  <a:pt x="910369" y="32544"/>
                </a:lnTo>
                <a:lnTo>
                  <a:pt x="918302" y="25401"/>
                </a:lnTo>
                <a:lnTo>
                  <a:pt x="922268" y="21828"/>
                </a:lnTo>
                <a:lnTo>
                  <a:pt x="926631" y="19050"/>
                </a:lnTo>
                <a:lnTo>
                  <a:pt x="930994" y="16272"/>
                </a:lnTo>
                <a:lnTo>
                  <a:pt x="935754" y="13494"/>
                </a:lnTo>
                <a:lnTo>
                  <a:pt x="940514" y="11113"/>
                </a:lnTo>
                <a:lnTo>
                  <a:pt x="945273" y="8732"/>
                </a:lnTo>
                <a:lnTo>
                  <a:pt x="950430" y="6747"/>
                </a:lnTo>
                <a:lnTo>
                  <a:pt x="955586" y="5160"/>
                </a:lnTo>
                <a:lnTo>
                  <a:pt x="960742" y="3572"/>
                </a:lnTo>
                <a:lnTo>
                  <a:pt x="966295" y="1985"/>
                </a:lnTo>
                <a:lnTo>
                  <a:pt x="971452" y="1191"/>
                </a:lnTo>
                <a:lnTo>
                  <a:pt x="977401" y="397"/>
                </a:lnTo>
                <a:lnTo>
                  <a:pt x="982954" y="0"/>
                </a:lnTo>
                <a:close/>
              </a:path>
            </a:pathLst>
          </a:custGeom>
          <a:solidFill>
            <a:srgbClr val="0070C0"/>
          </a:solidFill>
          <a:ln>
            <a:noFill/>
          </a:ln>
          <a:effectLst>
            <a:innerShdw blurRad="63500" dist="50800" dir="13500000">
              <a:prstClr val="black">
                <a:alpha val="50000"/>
              </a:prstClr>
            </a:innerShdw>
          </a:effec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a:solidFill>
                <a:srgbClr val="FFFFFF"/>
              </a:solidFill>
              <a:latin typeface="+mn-lt"/>
              <a:ea typeface="+mn-ea"/>
              <a:cs typeface="+mn-ea"/>
              <a:sym typeface="+mn-lt"/>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5"/>
                                        </p:tgtEl>
                                        <p:attrNameLst>
                                          <p:attrName>style.visibility</p:attrName>
                                        </p:attrNameLst>
                                      </p:cBhvr>
                                      <p:to>
                                        <p:strVal val="visible"/>
                                      </p:to>
                                    </p:set>
                                    <p:animEffect transition="in" filter="wipe(left)">
                                      <p:cBhvr>
                                        <p:cTn id="11"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75" grpId="0"/>
    </p:bldLst>
  </p:timing>
</p:sld>
</file>

<file path=ppt/tags/tag1.xml><?xml version="1.0" encoding="utf-8"?>
<p:tagLst xmlns:p="http://schemas.openxmlformats.org/presentationml/2006/main">
  <p:tag name="PA" val="v5.2.7"/>
  <p:tag name="RESOURCELIBID_ANIM" val="484"/>
</p:tagLst>
</file>

<file path=ppt/tags/tag2.xml><?xml version="1.0" encoding="utf-8"?>
<p:tagLst xmlns:p="http://schemas.openxmlformats.org/presentationml/2006/main">
  <p:tag name="PA" val="v5.2.7"/>
  <p:tag name="RESOURCELIBID_ANIM" val="484"/>
</p:tagLst>
</file>

<file path=ppt/tags/tag3.xml><?xml version="1.0" encoding="utf-8"?>
<p:tagLst xmlns:p="http://schemas.openxmlformats.org/presentationml/2006/main">
  <p:tag name="PA" val="v5.2.7"/>
  <p:tag name="RESOURCELIBID_ANIM" val="484"/>
</p:tagLst>
</file>

<file path=ppt/tags/tag4.xml><?xml version="1.0" encoding="utf-8"?>
<p:tagLst xmlns:p="http://schemas.openxmlformats.org/presentationml/2006/main">
  <p:tag name="KSO_WPP_MARK_KEY" val="4da78865-39d4-4e7a-9efd-5fe7fc951453"/>
  <p:tag name="COMMONDATA" val="eyJoZGlkIjoiNDE1YTE1YWFmN2U1YTY0NDEzMTgzODAwMzgxOWVjYTIifQ=="/>
  <p:tag name="commondata" val="eyJoZGlkIjoiZjFjOGVlMjEzNGQxOWRjOTYyNThhMjEyM2EyYTcwZGYifQ=="/>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10974</Words>
  <Application>WPS 演示</Application>
  <PresentationFormat>宽屏</PresentationFormat>
  <Paragraphs>364</Paragraphs>
  <Slides>28</Slides>
  <Notes>1</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28</vt:i4>
      </vt:variant>
    </vt:vector>
  </HeadingPairs>
  <TitlesOfParts>
    <vt:vector size="38" baseType="lpstr">
      <vt:lpstr>Arial</vt:lpstr>
      <vt:lpstr>宋体</vt:lpstr>
      <vt:lpstr>Wingdings</vt:lpstr>
      <vt:lpstr>微软雅黑</vt:lpstr>
      <vt:lpstr>经典综艺体简</vt:lpstr>
      <vt:lpstr>Calibri</vt:lpstr>
      <vt:lpstr>Arial Unicode MS</vt:lpstr>
      <vt:lpstr>Calibri Light</vt:lpstr>
      <vt:lpstr>默认设计模板</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iSlide</Company>
  <LinksUpToDate>false</LinksUpToDate>
  <SharedDoc>false</SharedDoc>
  <HyperlinksChanged>false</HyperlinksChanged>
  <AppVersion>14.0000</AppVersion>
  <Manager>HELLO EHS</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玺猫PPT</dc:creator>
  <cp:lastModifiedBy>东海龙王</cp:lastModifiedBy>
  <cp:revision>448</cp:revision>
  <cp:lastPrinted>2019-05-26T16:00:00Z</cp:lastPrinted>
  <dcterms:created xsi:type="dcterms:W3CDTF">2019-05-26T16:00:00Z</dcterms:created>
  <dcterms:modified xsi:type="dcterms:W3CDTF">2025-07-05T12:46:53Z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KSOProductBuildVer">
    <vt:lpwstr>2052-12.1.0.21915</vt:lpwstr>
  </property>
  <property fmtid="{D5CDD505-2E9C-101B-9397-08002B2CF9AE}" pid="4" name="ICV">
    <vt:lpwstr>27074A34E470496D84CEF0D483CAB88B_13</vt:lpwstr>
  </property>
</Properties>
</file>